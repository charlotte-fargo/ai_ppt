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4" autoAdjust="0"/>
    <p:restoredTop sz="94660"/>
  </p:normalViewPr>
  <p:slideViewPr>
    <p:cSldViewPr snapToGrid="0">
      <p:cViewPr varScale="1">
        <p:scale>
          <a:sx n="120" d="100"/>
          <a:sy n="120" d="100"/>
        </p:scale>
        <p:origin x="1864" y="192"/>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2026/1/19</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2026/1/19</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tags" Target="../tags/tag5.xml"/><Relationship Id="rId7"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5" Type="http://schemas.openxmlformats.org/officeDocument/2006/relationships/image" Target="../media/image1.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1.pn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Master" Target="../slideMasters/slideMaster1.xml"/><Relationship Id="rId5" Type="http://schemas.openxmlformats.org/officeDocument/2006/relationships/tags" Target="../tags/tag16.xml"/><Relationship Id="rId4" Type="http://schemas.openxmlformats.org/officeDocument/2006/relationships/tags" Target="../tags/tag15.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9.xml"/><Relationship Id="rId7" Type="http://schemas.openxmlformats.org/officeDocument/2006/relationships/image" Target="../media/image1.png"/><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1.xml"/><Relationship Id="rId5" Type="http://schemas.openxmlformats.org/officeDocument/2006/relationships/tags" Target="../tags/tag21.xml"/><Relationship Id="rId4" Type="http://schemas.openxmlformats.org/officeDocument/2006/relationships/tags" Target="../tags/tag20.xml"/></Relationships>
</file>

<file path=ppt/slideLayouts/_rels/slideLayout6.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4.xml"/><Relationship Id="rId7" Type="http://schemas.openxmlformats.org/officeDocument/2006/relationships/tags" Target="../tags/tag28.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9"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6.xml"/><Relationship Id="rId3" Type="http://schemas.openxmlformats.org/officeDocument/2006/relationships/tags" Target="../tags/tag31.xml"/><Relationship Id="rId7" Type="http://schemas.openxmlformats.org/officeDocument/2006/relationships/tags" Target="../tags/tag35.xml"/><Relationship Id="rId12" Type="http://schemas.openxmlformats.org/officeDocument/2006/relationships/image" Target="../media/image1.png"/><Relationship Id="rId2" Type="http://schemas.openxmlformats.org/officeDocument/2006/relationships/tags" Target="../tags/tag30.xml"/><Relationship Id="rId1" Type="http://schemas.openxmlformats.org/officeDocument/2006/relationships/tags" Target="../tags/tag29.xml"/><Relationship Id="rId6" Type="http://schemas.openxmlformats.org/officeDocument/2006/relationships/tags" Target="../tags/tag34.xml"/><Relationship Id="rId11" Type="http://schemas.openxmlformats.org/officeDocument/2006/relationships/slideMaster" Target="../slideMasters/slideMaster1.xml"/><Relationship Id="rId5" Type="http://schemas.openxmlformats.org/officeDocument/2006/relationships/tags" Target="../tags/tag33.xml"/><Relationship Id="rId10" Type="http://schemas.openxmlformats.org/officeDocument/2006/relationships/tags" Target="../tags/tag38.xml"/><Relationship Id="rId4" Type="http://schemas.openxmlformats.org/officeDocument/2006/relationships/tags" Target="../tags/tag32.xml"/><Relationship Id="rId9" Type="http://schemas.openxmlformats.org/officeDocument/2006/relationships/tags" Target="../tags/tag37.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46.xml"/><Relationship Id="rId3" Type="http://schemas.openxmlformats.org/officeDocument/2006/relationships/tags" Target="../tags/tag41.xml"/><Relationship Id="rId7" Type="http://schemas.openxmlformats.org/officeDocument/2006/relationships/tags" Target="../tags/tag45.xml"/><Relationship Id="rId12" Type="http://schemas.openxmlformats.org/officeDocument/2006/relationships/image" Target="../media/image1.pn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slideMaster" Target="../slideMasters/slideMaster1.xml"/><Relationship Id="rId5" Type="http://schemas.openxmlformats.org/officeDocument/2006/relationships/tags" Target="../tags/tag43.xml"/><Relationship Id="rId10" Type="http://schemas.openxmlformats.org/officeDocument/2006/relationships/tags" Target="../tags/tag48.xml"/><Relationship Id="rId4" Type="http://schemas.openxmlformats.org/officeDocument/2006/relationships/tags" Target="../tags/tag42.xml"/><Relationship Id="rId9" Type="http://schemas.openxmlformats.org/officeDocument/2006/relationships/tags" Target="../tags/tag4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tags" Target="../tags/tag4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2.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55.xml"/><Relationship Id="rId2" Type="http://schemas.openxmlformats.org/officeDocument/2006/relationships/tags" Target="../tags/tag54.xml"/><Relationship Id="rId1" Type="http://schemas.openxmlformats.org/officeDocument/2006/relationships/tags" Target="../tags/tag5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6.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2" name="Picture 9">
            <a:extLst>
              <a:ext uri="{FF2B5EF4-FFF2-40B4-BE49-F238E27FC236}">
                <a16:creationId xmlns:a16="http://schemas.microsoft.com/office/drawing/2014/main" id="{1B00924B-4A39-0E1C-7022-C42472ADA341}"/>
              </a:ext>
            </a:extLst>
          </p:cNvPr>
          <p:cNvPicPr>
            <a:picLocks noChangeAspect="1"/>
          </p:cNvPicPr>
          <p:nvPr userDrawn="1">
            <p:custDataLst>
              <p:tags r:id="rId2"/>
            </p:custDataLst>
          </p:nvPr>
        </p:nvPicPr>
        <p:blipFill>
          <a:blip r:embed="rId4"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6" name="Picture 9">
            <a:extLst>
              <a:ext uri="{FF2B5EF4-FFF2-40B4-BE49-F238E27FC236}">
                <a16:creationId xmlns:a16="http://schemas.microsoft.com/office/drawing/2014/main" id="{E39AC46A-8CF6-ED4D-FAD8-486BE3A6D156}"/>
              </a:ext>
            </a:extLst>
          </p:cNvPr>
          <p:cNvPicPr>
            <a:picLocks noChangeAspect="1"/>
          </p:cNvPicPr>
          <p:nvPr userDrawn="1">
            <p:custDataLst>
              <p:tags r:id="rId6"/>
            </p:custDataLst>
          </p:nvPr>
        </p:nvPicPr>
        <p:blipFill>
          <a:blip r:embed="rId8" cstate="print">
            <a:extLst>
              <a:ext uri="{28A0092B-C50C-407E-A947-70E740481C1C}">
                <a14:useLocalDpi xmlns:a14="http://schemas.microsoft.com/office/drawing/2010/main" val="0"/>
              </a:ext>
            </a:extLst>
          </a:blip>
          <a:srcRect/>
          <a:stretch/>
        </p:blipFill>
        <p:spPr>
          <a:xfrm>
            <a:off x="110073" y="255905"/>
            <a:ext cx="1675212" cy="358008"/>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58257" y="2124122"/>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46641" y="2867947"/>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36382" y="2879421"/>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2016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5" y="370432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6380" y="4591428"/>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48433" y="2119138"/>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pic>
        <p:nvPicPr>
          <p:cNvPr id="2" name="Picture 9">
            <a:extLst>
              <a:ext uri="{FF2B5EF4-FFF2-40B4-BE49-F238E27FC236}">
                <a16:creationId xmlns:a16="http://schemas.microsoft.com/office/drawing/2014/main" id="{8A5D1814-5E0C-39DC-5B29-E59DBEEAB399}"/>
              </a:ext>
            </a:extLst>
          </p:cNvPr>
          <p:cNvPicPr>
            <a:picLocks noChangeAspect="1"/>
          </p:cNvPicPr>
          <p:nvPr userDrawn="1">
            <p:custDataLst>
              <p:tags r:id="rId3"/>
            </p:custDataLst>
          </p:nvPr>
        </p:nvPicPr>
        <p:blipFill>
          <a:blip r:embed="rId5"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BA476A9E-0D14-68E6-CB3B-791027715399}"/>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5B60ED96-7FC3-A7F4-12DB-25FB86FE0A21}"/>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803C5D44-AB6D-84F9-9D33-02252715BFB0}"/>
              </a:ext>
            </a:extLst>
          </p:cNvPr>
          <p:cNvPicPr>
            <a:picLocks noChangeAspect="1"/>
          </p:cNvPicPr>
          <p:nvPr userDrawn="1">
            <p:custDataLst>
              <p:tags r:id="rId7"/>
            </p:custDataLst>
          </p:nvPr>
        </p:nvPicPr>
        <p:blipFill>
          <a:blip r:embed="rId9"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B7DDB91C-992A-6E62-A818-05CE19A9C124}"/>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5" name="Picture 9">
            <a:extLst>
              <a:ext uri="{FF2B5EF4-FFF2-40B4-BE49-F238E27FC236}">
                <a16:creationId xmlns:a16="http://schemas.microsoft.com/office/drawing/2014/main" id="{8F2D9A0D-21F3-79C6-1315-101132767208}"/>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495002"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pic>
        <p:nvPicPr>
          <p:cNvPr id="6" name="Picture 9">
            <a:extLst>
              <a:ext uri="{FF2B5EF4-FFF2-40B4-BE49-F238E27FC236}">
                <a16:creationId xmlns:a16="http://schemas.microsoft.com/office/drawing/2014/main" id="{02BB47E3-4B3E-2DE7-87AF-6927A60263C8}"/>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pic>
        <p:nvPicPr>
          <p:cNvPr id="2" name="Picture 9">
            <a:extLst>
              <a:ext uri="{FF2B5EF4-FFF2-40B4-BE49-F238E27FC236}">
                <a16:creationId xmlns:a16="http://schemas.microsoft.com/office/drawing/2014/main" id="{6B2F2DA6-7A18-D0BA-69F7-15716746DF9A}"/>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7.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8.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9.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60.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环球市场投资观点</a:t>
            </a:r>
            <a:endParaRPr lang="zh-CN" altLang="en-US" sz="4400" b="1" dirty="0">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zh-CN" altLang="en-US" b="1" dirty="0">
                <a:solidFill>
                  <a:srgbClr val="002060"/>
                </a:solidFill>
              </a:rPr>
              <a:t>环球市场投资观点</a:t>
            </a:r>
          </a:p>
        </p:txBody>
      </p:sp>
      <p:graphicFrame>
        <p:nvGraphicFramePr>
          <p:cNvPr id="2" name="Table 2">
            <a:extLst>
              <a:ext uri="{FF2B5EF4-FFF2-40B4-BE49-F238E27FC236}">
                <a16:creationId xmlns:a16="http://schemas.microsoft.com/office/drawing/2014/main" id="{7A95646C-E353-5D75-F147-A3D7E5326447}"/>
              </a:ext>
            </a:extLst>
          </p:cNvPr>
          <p:cNvGraphicFramePr>
            <a:graphicFrameLocks noGrp="1"/>
          </p:cNvGraphicFramePr>
          <p:nvPr>
            <p:extLst>
              <p:ext uri="{D42A27DB-BD31-4B8C-83A1-F6EECF244321}">
                <p14:modId xmlns:p14="http://schemas.microsoft.com/office/powerpoint/2010/main" val="1162522294"/>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资产类别</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投资逻辑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权益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固定收益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另类投资</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xml><?xml version="1.0" encoding="utf-8"?>
<p:tagLst xmlns:a="http://schemas.openxmlformats.org/drawingml/2006/main" xmlns:r="http://schemas.openxmlformats.org/officeDocument/2006/relationships" xmlns:p="http://schemas.openxmlformats.org/presentationml/2006/main">
  <p:tag name="TEXT_TYPE" val="CREATE DATE"/>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2.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3.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7.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8.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0.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3.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6.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1.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3.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4.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customXml/itemProps2.xml><?xml version="1.0" encoding="utf-8"?>
<ds:datastoreItem xmlns:ds="http://schemas.openxmlformats.org/officeDocument/2006/customXml" ds:itemID="{4E491267-BE00-4DD8-8B4B-1FECB4718B74}">
  <ds:schemaRefs>
    <ds:schemaRef ds:uri="http://schemas.microsoft.com/sharepoint/v3/contenttype/forms"/>
  </ds:schemaRefs>
</ds:datastoreItem>
</file>

<file path=customXml/itemProps3.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8972</TotalTime>
  <Words>2044</Words>
  <Application>Microsoft Macintosh PowerPoint</Application>
  <PresentationFormat>全屏显示(4:3)</PresentationFormat>
  <Paragraphs>268</Paragraphs>
  <Slides>12</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12</vt:i4>
      </vt:variant>
    </vt:vector>
  </HeadingPairs>
  <TitlesOfParts>
    <vt:vector size="24" baseType="lpstr">
      <vt:lpstr>等线</vt:lpstr>
      <vt:lpstr>黑体</vt:lpstr>
      <vt:lpstr>华文细黑</vt:lpstr>
      <vt:lpstr>微软雅黑</vt:lpstr>
      <vt:lpstr>Frutiger 55 Roman</vt:lpstr>
      <vt:lpstr>Arial</vt:lpstr>
      <vt:lpstr>Calibri</vt:lpstr>
      <vt:lpstr>Roboto</vt:lpstr>
      <vt:lpstr>Symbol</vt:lpstr>
      <vt:lpstr>Wingdings</vt:lpstr>
      <vt:lpstr>PresXpress_OnScreen_Theme</vt:lpstr>
      <vt:lpstr>think-cell Slide</vt:lpstr>
      <vt:lpstr>环球市场投资观点</vt:lpstr>
      <vt:lpstr>环球市场投资观点</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艳蓉</cp:lastModifiedBy>
  <cp:revision>356</cp:revision>
  <cp:lastPrinted>2025-08-29T08:29:01Z</cp:lastPrinted>
  <dcterms:created xsi:type="dcterms:W3CDTF">2018-11-09T15:55:20Z</dcterms:created>
  <dcterms:modified xsi:type="dcterms:W3CDTF">2026-01-19T14:38:50Z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