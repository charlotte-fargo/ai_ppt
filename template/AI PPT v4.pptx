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notesMasterIdLst>
    <p:notesMasterId r:id="rId17"/>
  </p:notesMasterIdLst>
  <p:handoutMasterIdLst>
    <p:handoutMasterId r:id="rId18"/>
  </p:handoutMasterIdLst>
  <p:sldIdLst>
    <p:sldId id="276" r:id="rId5"/>
    <p:sldId id="466" r:id="rId6"/>
    <p:sldId id="408" r:id="rId7"/>
    <p:sldId id="409" r:id="rId8"/>
    <p:sldId id="410" r:id="rId9"/>
    <p:sldId id="411" r:id="rId10"/>
    <p:sldId id="468" r:id="rId11"/>
    <p:sldId id="469" r:id="rId12"/>
    <p:sldId id="467" r:id="rId13"/>
    <p:sldId id="459" r:id="rId14"/>
    <p:sldId id="460" r:id="rId15"/>
    <p:sldId id="461" r:id="rId16"/>
  </p:sldIdLst>
  <p:sldSz cx="9144000" cy="6858000" type="screen4x3"/>
  <p:notesSz cx="6807200" cy="99393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00" userDrawn="1">
          <p15:clr>
            <a:srgbClr val="A4A3A4"/>
          </p15:clr>
        </p15:guide>
        <p15:guide id="2" pos="42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371"/>
    <a:srgbClr val="000000"/>
    <a:srgbClr val="C09979"/>
    <a:srgbClr val="D9D8D7"/>
    <a:srgbClr val="F2F2F2"/>
    <a:srgbClr val="C0C0C0"/>
    <a:srgbClr val="D9D9D9"/>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2" autoAdjust="0"/>
    <p:restoredTop sz="94660"/>
  </p:normalViewPr>
  <p:slideViewPr>
    <p:cSldViewPr snapToGrid="0">
      <p:cViewPr varScale="1">
        <p:scale>
          <a:sx n="120" d="100"/>
          <a:sy n="120" d="100"/>
        </p:scale>
        <p:origin x="504" y="192"/>
      </p:cViewPr>
      <p:guideLst>
        <p:guide orient="horz" pos="2500"/>
        <p:guide pos="4241"/>
      </p:guideLst>
    </p:cSldViewPr>
  </p:slideViewPr>
  <p:notesTextViewPr>
    <p:cViewPr>
      <p:scale>
        <a:sx n="1" d="1"/>
        <a:sy n="1" d="1"/>
      </p:scale>
      <p:origin x="0" y="0"/>
    </p:cViewPr>
  </p:notesTextViewPr>
  <p:notesViewPr>
    <p:cSldViewPr snapToGrid="0">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419B661-D98E-7997-702B-7E2A4DF65D60}"/>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A201981F-162F-C89F-9BDB-F0484C6B612E}"/>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68C593B7-A1D3-B743-870B-1D7B272AED0E}" type="datetimeFigureOut">
              <a:rPr kumimoji="1" lang="zh-CN" altLang="en-US" smtClean="0"/>
              <a:t>2026/1/19</a:t>
            </a:fld>
            <a:endParaRPr kumimoji="1" lang="zh-CN" altLang="en-US"/>
          </a:p>
        </p:txBody>
      </p:sp>
      <p:sp>
        <p:nvSpPr>
          <p:cNvPr id="4" name="页脚占位符 3">
            <a:extLst>
              <a:ext uri="{FF2B5EF4-FFF2-40B4-BE49-F238E27FC236}">
                <a16:creationId xmlns:a16="http://schemas.microsoft.com/office/drawing/2014/main" id="{CDC7BC53-FC26-04EE-6DE1-B7D0F8FFFE5E}"/>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67635C0E-AFA1-47E5-8D86-BDE5AFC79D51}"/>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510F744D-6E59-0F41-B8DE-29BB009FB6C8}" type="slidenum">
              <a:rPr kumimoji="1" lang="zh-CN" altLang="en-US" smtClean="0"/>
              <a:t>‹#›</a:t>
            </a:fld>
            <a:endParaRPr kumimoji="1" lang="zh-CN" altLang="en-US"/>
          </a:p>
        </p:txBody>
      </p:sp>
    </p:spTree>
    <p:extLst>
      <p:ext uri="{BB962C8B-B14F-4D97-AF65-F5344CB8AC3E}">
        <p14:creationId xmlns:p14="http://schemas.microsoft.com/office/powerpoint/2010/main" val="388612335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9787" cy="496967"/>
          </a:xfrm>
          <a:prstGeom prst="rect">
            <a:avLst/>
          </a:prstGeom>
        </p:spPr>
        <p:txBody>
          <a:bodyPr vert="horz" lIns="95673" tIns="47836" rIns="95673" bIns="47836" rtlCol="0"/>
          <a:lstStyle>
            <a:lvl1pPr algn="l">
              <a:defRPr sz="1200"/>
            </a:lvl1pPr>
          </a:lstStyle>
          <a:p>
            <a:endParaRPr lang="zh-CN" altLang="en-US"/>
          </a:p>
        </p:txBody>
      </p:sp>
      <p:sp>
        <p:nvSpPr>
          <p:cNvPr id="3" name="日期占位符 2"/>
          <p:cNvSpPr>
            <a:spLocks noGrp="1"/>
          </p:cNvSpPr>
          <p:nvPr>
            <p:ph type="dt" idx="1"/>
          </p:nvPr>
        </p:nvSpPr>
        <p:spPr>
          <a:xfrm>
            <a:off x="3855838" y="1"/>
            <a:ext cx="2949787" cy="496967"/>
          </a:xfrm>
          <a:prstGeom prst="rect">
            <a:avLst/>
          </a:prstGeom>
        </p:spPr>
        <p:txBody>
          <a:bodyPr vert="horz" lIns="95673" tIns="47836" rIns="95673" bIns="47836" rtlCol="0"/>
          <a:lstStyle>
            <a:lvl1pPr algn="r">
              <a:defRPr sz="1200"/>
            </a:lvl1pPr>
          </a:lstStyle>
          <a:p>
            <a:fld id="{A955E972-1326-41F3-8909-C2C8DD3BBA1A}" type="datetimeFigureOut">
              <a:rPr lang="zh-CN" altLang="en-US" smtClean="0"/>
              <a:t>2026/1/19</a:t>
            </a:fld>
            <a:endParaRPr lang="zh-CN" altLang="en-US"/>
          </a:p>
        </p:txBody>
      </p:sp>
      <p:sp>
        <p:nvSpPr>
          <p:cNvPr id="4" name="幻灯片图像占位符 3"/>
          <p:cNvSpPr>
            <a:spLocks noGrp="1" noRot="1" noChangeAspect="1"/>
          </p:cNvSpPr>
          <p:nvPr>
            <p:ph type="sldImg" idx="2"/>
          </p:nvPr>
        </p:nvSpPr>
        <p:spPr>
          <a:xfrm>
            <a:off x="919163" y="744538"/>
            <a:ext cx="4968875" cy="3727450"/>
          </a:xfrm>
          <a:prstGeom prst="rect">
            <a:avLst/>
          </a:prstGeom>
          <a:noFill/>
          <a:ln w="12700">
            <a:solidFill>
              <a:prstClr val="black"/>
            </a:solidFill>
          </a:ln>
        </p:spPr>
        <p:txBody>
          <a:bodyPr vert="horz" lIns="95673" tIns="47836" rIns="95673" bIns="47836" rtlCol="0" anchor="ctr"/>
          <a:lstStyle/>
          <a:p>
            <a:endParaRPr lang="zh-CN" altLang="en-US"/>
          </a:p>
        </p:txBody>
      </p:sp>
      <p:sp>
        <p:nvSpPr>
          <p:cNvPr id="5" name="备注占位符 4"/>
          <p:cNvSpPr>
            <a:spLocks noGrp="1"/>
          </p:cNvSpPr>
          <p:nvPr>
            <p:ph type="body" sz="quarter" idx="3"/>
          </p:nvPr>
        </p:nvSpPr>
        <p:spPr>
          <a:xfrm>
            <a:off x="680720" y="4721186"/>
            <a:ext cx="5445760" cy="4472702"/>
          </a:xfrm>
          <a:prstGeom prst="rect">
            <a:avLst/>
          </a:prstGeom>
        </p:spPr>
        <p:txBody>
          <a:bodyPr vert="horz" lIns="95673" tIns="47836" rIns="95673" bIns="4783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0646"/>
            <a:ext cx="2949787" cy="496967"/>
          </a:xfrm>
          <a:prstGeom prst="rect">
            <a:avLst/>
          </a:prstGeom>
        </p:spPr>
        <p:txBody>
          <a:bodyPr vert="horz" lIns="95673" tIns="47836" rIns="95673" bIns="4783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38" y="9440646"/>
            <a:ext cx="2949787" cy="496967"/>
          </a:xfrm>
          <a:prstGeom prst="rect">
            <a:avLst/>
          </a:prstGeom>
        </p:spPr>
        <p:txBody>
          <a:bodyPr vert="horz" lIns="95673" tIns="47836" rIns="95673" bIns="47836" rtlCol="0" anchor="b"/>
          <a:lstStyle>
            <a:lvl1pPr algn="r">
              <a:defRPr sz="1200"/>
            </a:lvl1pPr>
          </a:lstStyle>
          <a:p>
            <a:fld id="{D053BA30-78CD-4BB4-8577-F4D31602C8CE}" type="slidenum">
              <a:rPr lang="zh-CN" altLang="en-US" smtClean="0"/>
              <a:t>‹#›</a:t>
            </a:fld>
            <a:endParaRPr lang="zh-CN" altLang="en-US"/>
          </a:p>
        </p:txBody>
      </p:sp>
    </p:spTree>
    <p:extLst>
      <p:ext uri="{BB962C8B-B14F-4D97-AF65-F5344CB8AC3E}">
        <p14:creationId xmlns:p14="http://schemas.microsoft.com/office/powerpoint/2010/main" val="199960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6.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1.png"/><Relationship Id="rId5" Type="http://schemas.openxmlformats.org/officeDocument/2006/relationships/tags" Target="../tags/tag27.xml"/><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1.png"/><Relationship Id="rId5" Type="http://schemas.openxmlformats.org/officeDocument/2006/relationships/tags" Target="../tags/tag36.xml"/><Relationship Id="rId10" Type="http://schemas.openxmlformats.org/officeDocument/2006/relationships/slideMaster" Target="../slideMasters/slideMaster1.xml"/><Relationship Id="rId4" Type="http://schemas.openxmlformats.org/officeDocument/2006/relationships/tags" Target="../tags/tag35.xml"/><Relationship Id="rId9" Type="http://schemas.openxmlformats.org/officeDocument/2006/relationships/tags" Target="../tags/tag40.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44.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Page" preserve="1" userDrawn="1">
  <p:cSld name="Section Page">
    <p:spTree>
      <p:nvGrpSpPr>
        <p:cNvPr id="1" name=""/>
        <p:cNvGrpSpPr/>
        <p:nvPr/>
      </p:nvGrpSpPr>
      <p:grpSpPr>
        <a:xfrm>
          <a:off x="0" y="0"/>
          <a:ext cx="0" cy="0"/>
          <a:chOff x="0" y="0"/>
          <a:chExt cx="0" cy="0"/>
        </a:xfrm>
      </p:grpSpPr>
      <p:sp>
        <p:nvSpPr>
          <p:cNvPr id="4" name="DIVIDER TITLE"/>
          <p:cNvSpPr>
            <a:spLocks noGrp="1"/>
          </p:cNvSpPr>
          <p:nvPr>
            <p:ph type="subTitle" idx="1" hasCustomPrompt="1"/>
            <p:custDataLst>
              <p:tags r:id="rId1"/>
            </p:custDataLst>
          </p:nvPr>
        </p:nvSpPr>
        <p:spPr>
          <a:xfrm>
            <a:off x="381576" y="2654590"/>
            <a:ext cx="8354291" cy="939338"/>
          </a:xfrm>
        </p:spPr>
        <p:txBody>
          <a:bodyPr lIns="0" tIns="0" rIns="0" bIns="0">
            <a:noAutofit/>
          </a:bodyPr>
          <a:lstStyle>
            <a:lvl1pPr marL="0" indent="0" algn="l" defTabSz="913832" rtl="0" eaLnBrk="1" fontAlgn="auto" latinLnBrk="0" hangingPunct="1">
              <a:lnSpc>
                <a:spcPct val="150000"/>
              </a:lnSpc>
              <a:spcBef>
                <a:spcPts val="0"/>
              </a:spcBef>
              <a:spcAft>
                <a:spcPts val="0"/>
              </a:spcAft>
              <a:buClr>
                <a:schemeClr val="tx2"/>
              </a:buClr>
              <a:buSzPct val="100000"/>
              <a:buFont typeface="Symbol" panose="05050102010706020507" pitchFamily="18" charset="2"/>
              <a:buNone/>
              <a:defRPr lang="zh-CN" altLang="en-US" sz="3600" b="0" kern="1200" dirty="0">
                <a:solidFill>
                  <a:schemeClr val="tx1"/>
                </a:solidFill>
                <a:latin typeface="华文细黑" panose="02010600040101010101" pitchFamily="2" charset="-122"/>
                <a:ea typeface="华文细黑" panose="02010600040101010101" pitchFamily="2" charset="-122"/>
                <a:cs typeface="+mn-cs"/>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分页标题</a:t>
            </a:r>
            <a:r>
              <a:rPr lang="en-US" altLang="zh-CN" dirty="0"/>
              <a:t>&gt;&gt;</a:t>
            </a:r>
            <a:endParaRPr lang="zh-CN" altLang="en-US" dirty="0"/>
          </a:p>
        </p:txBody>
      </p:sp>
      <p:sp>
        <p:nvSpPr>
          <p:cNvPr id="6" name="DIVIDER NUMBER"/>
          <p:cNvSpPr>
            <a:spLocks noGrp="1"/>
          </p:cNvSpPr>
          <p:nvPr>
            <p:ph type="ctrTitle" hasCustomPrompt="1"/>
          </p:nvPr>
        </p:nvSpPr>
        <p:spPr>
          <a:xfrm>
            <a:off x="381577" y="2305455"/>
            <a:ext cx="8354291" cy="349135"/>
          </a:xfrm>
        </p:spPr>
        <p:txBody>
          <a:bodyPr lIns="0" tIns="0" rIns="0" bIns="0" anchor="b" anchorCtr="0">
            <a:noAutofit/>
          </a:bodyPr>
          <a:lstStyle>
            <a:lvl1pPr>
              <a:defRPr sz="18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&lt;&lt;Part number &gt;&gt;</a:t>
            </a:r>
            <a:endParaRPr lang="zh-CN" altLang="en-US" dirty="0"/>
          </a:p>
        </p:txBody>
      </p:sp>
      <p:pic>
        <p:nvPicPr>
          <p:cNvPr id="9" name="图片 8">
            <a:extLst>
              <a:ext uri="{FF2B5EF4-FFF2-40B4-BE49-F238E27FC236}">
                <a16:creationId xmlns:a16="http://schemas.microsoft.com/office/drawing/2014/main" id="{B5404DFB-FCFD-4B58-B132-CD0B4A7974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灯片编号占位符 5">
            <a:extLst>
              <a:ext uri="{FF2B5EF4-FFF2-40B4-BE49-F238E27FC236}">
                <a16:creationId xmlns:a16="http://schemas.microsoft.com/office/drawing/2014/main" id="{AEDE1731-5A32-4D52-AA37-B4F6916A552D}"/>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3980936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5" name="CREATE DATE"/>
          <p:cNvSpPr>
            <a:spLocks noGrp="1"/>
          </p:cNvSpPr>
          <p:nvPr>
            <p:ph type="body" sz="quarter" idx="11" hasCustomPrompt="1"/>
            <p:custDataLst>
              <p:tags r:id="rId1"/>
            </p:custDataLst>
          </p:nvPr>
        </p:nvSpPr>
        <p:spPr>
          <a:xfrm>
            <a:off x="382386" y="6292735"/>
            <a:ext cx="3250276" cy="246221"/>
          </a:xfrm>
        </p:spPr>
        <p:txBody>
          <a:bodyPr>
            <a:spAutoFit/>
          </a:bodyPr>
          <a:lstStyle>
            <a:lvl1pPr marL="0" indent="0">
              <a:buNone/>
              <a:defRPr sz="1600">
                <a:latin typeface="华文细黑" panose="02010600040101010101" pitchFamily="2" charset="-122"/>
                <a:ea typeface="华文细黑" panose="02010600040101010101" pitchFamily="2" charset="-122"/>
              </a:defRPr>
            </a:lvl1pPr>
          </a:lstStyle>
          <a:p>
            <a:pPr lvl="0"/>
            <a:r>
              <a:rPr lang="en-US" altLang="zh-CN" dirty="0"/>
              <a:t>&lt;&lt;COVER PAGE DATE&gt;&gt;</a:t>
            </a:r>
            <a:endParaRPr lang="zh-CN" altLang="en-US" dirty="0"/>
          </a:p>
        </p:txBody>
      </p:sp>
      <p:sp>
        <p:nvSpPr>
          <p:cNvPr id="3" name="PRESENTATION PRESENTER"/>
          <p:cNvSpPr>
            <a:spLocks noGrp="1"/>
          </p:cNvSpPr>
          <p:nvPr>
            <p:ph type="subTitle" idx="1" hasCustomPrompt="1"/>
            <p:custDataLst>
              <p:tags r:id="rId2"/>
            </p:custDataLst>
          </p:nvPr>
        </p:nvSpPr>
        <p:spPr>
          <a:xfrm>
            <a:off x="382386" y="3604954"/>
            <a:ext cx="4544315" cy="249382"/>
          </a:xfrm>
        </p:spPr>
        <p:txBody>
          <a:bodyPr lIns="0" tIns="0" rIns="0" bIns="0" anchor="t" anchorCtr="0">
            <a:noAutofit/>
          </a:bodyPr>
          <a:lstStyle>
            <a:lvl1pPr marL="0" indent="0" algn="l">
              <a:spcBef>
                <a:spcPts val="1636"/>
              </a:spcBef>
              <a:buNone/>
              <a:defRPr sz="1800" i="0" baseline="0">
                <a:solidFill>
                  <a:schemeClr val="tx1"/>
                </a:solidFill>
                <a:latin typeface="华文细黑" panose="02010600040101010101" pitchFamily="2" charset="-122"/>
                <a:ea typeface="华文细黑" panose="02010600040101010101" pitchFamily="2" charset="-122"/>
              </a:defRPr>
            </a:lvl1pPr>
            <a:lvl2pPr marL="457205" indent="0" algn="ctr">
              <a:buNone/>
              <a:defRPr>
                <a:solidFill>
                  <a:schemeClr val="tx1">
                    <a:tint val="75000"/>
                  </a:schemeClr>
                </a:solidFill>
              </a:defRPr>
            </a:lvl2pPr>
            <a:lvl3pPr marL="913832" indent="0" algn="ctr">
              <a:buNone/>
              <a:defRPr>
                <a:solidFill>
                  <a:schemeClr val="tx1">
                    <a:tint val="75000"/>
                  </a:schemeClr>
                </a:solidFill>
              </a:defRPr>
            </a:lvl3pPr>
            <a:lvl4pPr marL="1371036" indent="0" algn="ctr">
              <a:buNone/>
              <a:defRPr>
                <a:solidFill>
                  <a:schemeClr val="tx1">
                    <a:tint val="75000"/>
                  </a:schemeClr>
                </a:solidFill>
              </a:defRPr>
            </a:lvl4pPr>
            <a:lvl5pPr marL="1828241" indent="0" algn="ctr">
              <a:buNone/>
              <a:defRPr>
                <a:solidFill>
                  <a:schemeClr val="tx1">
                    <a:tint val="75000"/>
                  </a:schemeClr>
                </a:solidFill>
              </a:defRPr>
            </a:lvl5pPr>
            <a:lvl6pPr marL="2285446" indent="0" algn="ctr">
              <a:buNone/>
              <a:defRPr>
                <a:solidFill>
                  <a:schemeClr val="tx1">
                    <a:tint val="75000"/>
                  </a:schemeClr>
                </a:solidFill>
              </a:defRPr>
            </a:lvl6pPr>
            <a:lvl7pPr marL="2742073" indent="0" algn="ctr">
              <a:buNone/>
              <a:defRPr>
                <a:solidFill>
                  <a:schemeClr val="tx1">
                    <a:tint val="75000"/>
                  </a:schemeClr>
                </a:solidFill>
              </a:defRPr>
            </a:lvl7pPr>
            <a:lvl8pPr marL="3199277" indent="0" algn="ctr">
              <a:buNone/>
              <a:defRPr>
                <a:solidFill>
                  <a:schemeClr val="tx1">
                    <a:tint val="75000"/>
                  </a:schemeClr>
                </a:solidFill>
              </a:defRPr>
            </a:lvl8pPr>
            <a:lvl9pPr marL="3656482" indent="0" algn="ctr">
              <a:buNone/>
              <a:defRPr>
                <a:solidFill>
                  <a:schemeClr val="tx1">
                    <a:tint val="75000"/>
                  </a:schemeClr>
                </a:solidFill>
              </a:defRPr>
            </a:lvl9pPr>
          </a:lstStyle>
          <a:p>
            <a:r>
              <a:rPr lang="en-US" altLang="zh-CN" dirty="0"/>
              <a:t>&lt;&lt;</a:t>
            </a:r>
            <a:r>
              <a:rPr lang="zh-CN" altLang="en-US" dirty="0"/>
              <a:t>演示演讲者</a:t>
            </a:r>
            <a:r>
              <a:rPr lang="en-US" altLang="zh-CN" dirty="0"/>
              <a:t>&gt;&gt;</a:t>
            </a:r>
            <a:endParaRPr lang="zh-CN" altLang="en-US" dirty="0"/>
          </a:p>
        </p:txBody>
      </p:sp>
      <p:sp>
        <p:nvSpPr>
          <p:cNvPr id="2" name="PRESENTATION TITLE"/>
          <p:cNvSpPr>
            <a:spLocks noGrp="1"/>
          </p:cNvSpPr>
          <p:nvPr>
            <p:ph type="ctrTitle" hasCustomPrompt="1"/>
            <p:custDataLst>
              <p:tags r:id="rId3"/>
            </p:custDataLst>
          </p:nvPr>
        </p:nvSpPr>
        <p:spPr>
          <a:xfrm>
            <a:off x="382386" y="2473036"/>
            <a:ext cx="7456516" cy="856211"/>
          </a:xfrm>
        </p:spPr>
        <p:txBody>
          <a:bodyPr lIns="0" tIns="0" rIns="0" bIns="0" anchor="b" anchorCtr="0">
            <a:noAutofit/>
          </a:bodyPr>
          <a:lstStyle>
            <a:lvl1pPr>
              <a:lnSpc>
                <a:spcPts val="3818"/>
              </a:lnSpc>
              <a:spcBef>
                <a:spcPts val="3818"/>
              </a:spcBef>
              <a:defRPr sz="3600" baseline="0">
                <a:solidFill>
                  <a:schemeClr val="tx1"/>
                </a:solidFill>
                <a:latin typeface="华文细黑" panose="02010600040101010101" pitchFamily="2" charset="-122"/>
                <a:ea typeface="华文细黑" panose="02010600040101010101" pitchFamily="2" charset="-122"/>
              </a:defRPr>
            </a:lvl1pPr>
          </a:lstStyle>
          <a:p>
            <a:r>
              <a:rPr lang="en-US" altLang="zh-CN" dirty="0"/>
              <a:t>&lt;&lt;Keyline: short headline&gt;&gt;</a:t>
            </a:r>
            <a:endParaRPr lang="zh-CN" altLang="en-US" dirty="0"/>
          </a:p>
        </p:txBody>
      </p:sp>
      <p:sp>
        <p:nvSpPr>
          <p:cNvPr id="8" name="SECURITY TEXT"/>
          <p:cNvSpPr txBox="1"/>
          <p:nvPr userDrawn="1">
            <p:custDataLst>
              <p:tags r:id="rId4"/>
            </p:custDataLst>
          </p:nvPr>
        </p:nvSpPr>
        <p:spPr>
          <a:xfrm>
            <a:off x="6916189" y="675414"/>
            <a:ext cx="1812175" cy="167866"/>
          </a:xfrm>
          <a:prstGeom prst="rect">
            <a:avLst/>
          </a:prstGeom>
        </p:spPr>
        <p:txBody>
          <a:bodyPr vert="horz" wrap="square" lIns="66502" tIns="0" rIns="0" bIns="0" rtlCol="0" anchor="b" anchorCtr="0">
            <a:spAutoFit/>
          </a:bodyPr>
          <a:lstStyle>
            <a:lvl1pPr marL="0" indent="0" algn="l" defTabSz="1005205" rtl="0" eaLnBrk="1" latinLnBrk="0" hangingPunct="1">
              <a:spcBef>
                <a:spcPct val="20000"/>
              </a:spcBef>
              <a:buSzPct val="120000"/>
              <a:buFont typeface="Symbol" panose="05050102010706020507" pitchFamily="18" charset="2"/>
              <a:buNone/>
              <a:defRPr sz="1200" b="0" kern="1200" baseline="0">
                <a:solidFill>
                  <a:schemeClr val="tx1"/>
                </a:solidFill>
                <a:latin typeface="+mn-lt"/>
                <a:ea typeface="+mn-ea"/>
                <a:cs typeface="+mn-cs"/>
              </a:defRPr>
            </a:lvl1pPr>
            <a:lvl2pPr marL="817245" indent="-314325"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2pPr>
            <a:lvl3pPr marL="125666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3pPr>
            <a:lvl4pPr marL="175958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4pPr>
            <a:lvl5pPr marL="2262505" indent="-251460" algn="l" defTabSz="1005205" rtl="0" eaLnBrk="1" latinLnBrk="0" hangingPunct="1">
              <a:spcBef>
                <a:spcPct val="20000"/>
              </a:spcBef>
              <a:buFont typeface="Arial" panose="020B0604020202020204" pitchFamily="34" charset="0"/>
              <a:buChar char="»"/>
              <a:defRPr sz="1300" kern="1200">
                <a:solidFill>
                  <a:schemeClr val="tx1"/>
                </a:solidFill>
                <a:latin typeface="+mj-lt"/>
                <a:ea typeface="+mn-ea"/>
                <a:cs typeface="+mn-cs"/>
              </a:defRPr>
            </a:lvl5pPr>
            <a:lvl6pPr marL="2765425"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6771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7063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73550" indent="-251460" algn="l" defTabSz="1005205"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endParaRPr kumimoji="0" lang="zh-CN" altLang="en-US" sz="1091" b="0" i="0" u="none" strike="noStrike" kern="1200" cap="none" spc="0" normalizeH="0" baseline="0" noProof="0" dirty="0">
              <a:ln>
                <a:noFill/>
              </a:ln>
              <a:solidFill>
                <a:prstClr val="black"/>
              </a:solidFill>
              <a:effectLst/>
              <a:uLnTx/>
              <a:uFillTx/>
              <a:latin typeface="Frutiger 55 Roman" pitchFamily="34" charset="0"/>
              <a:ea typeface="MS PGothic" panose="020B0600070205080204" pitchFamily="34" charset="-128"/>
              <a:cs typeface="+mn-cs"/>
            </a:endParaRPr>
          </a:p>
        </p:txBody>
      </p:sp>
      <p:sp>
        <p:nvSpPr>
          <p:cNvPr id="4" name="DraftStamp" hidden="1"/>
          <p:cNvSpPr txBox="1"/>
          <p:nvPr userDrawn="1">
            <p:custDataLst>
              <p:tags r:id="rId5"/>
            </p:custDataLst>
          </p:nvPr>
        </p:nvSpPr>
        <p:spPr>
          <a:xfrm>
            <a:off x="7065818" y="819727"/>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41B8459E-ACFB-4F5E-88E7-9106B5B87EF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82386" y="365592"/>
            <a:ext cx="1089026" cy="325652"/>
          </a:xfrm>
          <a:prstGeom prst="rect">
            <a:avLst/>
          </a:prstGeom>
        </p:spPr>
      </p:pic>
    </p:spTree>
    <p:extLst>
      <p:ext uri="{BB962C8B-B14F-4D97-AF65-F5344CB8AC3E}">
        <p14:creationId xmlns:p14="http://schemas.microsoft.com/office/powerpoint/2010/main" val="1370418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reserve="1" userDrawn="1">
  <p:cSld name="contact">
    <p:spTree>
      <p:nvGrpSpPr>
        <p:cNvPr id="1" name=""/>
        <p:cNvGrpSpPr/>
        <p:nvPr/>
      </p:nvGrpSpPr>
      <p:grpSpPr>
        <a:xfrm>
          <a:off x="0" y="0"/>
          <a:ext cx="0" cy="0"/>
          <a:chOff x="0" y="0"/>
          <a:chExt cx="0" cy="0"/>
        </a:xfrm>
      </p:grpSpPr>
      <p:cxnSp>
        <p:nvCxnSpPr>
          <p:cNvPr id="7" name="THIN BLUE LINE"/>
          <p:cNvCxnSpPr/>
          <p:nvPr userDrawn="1"/>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BD0064B7-B0D8-4B3B-BDCF-66C67B4BB4A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Slide Number Textbox">
            <a:extLst>
              <a:ext uri="{FF2B5EF4-FFF2-40B4-BE49-F238E27FC236}">
                <a16:creationId xmlns:a16="http://schemas.microsoft.com/office/drawing/2014/main" id="{DC9B55C5-BF1D-2E8F-C643-CEF5E0DF45B6}"/>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
        <p:nvSpPr>
          <p:cNvPr id="358" name="标题 3">
            <a:extLst>
              <a:ext uri="{FF2B5EF4-FFF2-40B4-BE49-F238E27FC236}">
                <a16:creationId xmlns:a16="http://schemas.microsoft.com/office/drawing/2014/main" id="{E665EB22-452A-296C-0271-F7ABADD0C721}"/>
              </a:ext>
            </a:extLst>
          </p:cNvPr>
          <p:cNvSpPr>
            <a:spLocks noGrp="1"/>
          </p:cNvSpPr>
          <p:nvPr>
            <p:ph type="title"/>
          </p:nvPr>
        </p:nvSpPr>
        <p:spPr>
          <a:xfrm>
            <a:off x="381575" y="3"/>
            <a:ext cx="8354291" cy="856211"/>
          </a:xfrm>
        </p:spPr>
        <p:txBody>
          <a:bodyPr/>
          <a:lstStyle/>
          <a:p>
            <a:endParaRPr lang="zh-CN" altLang="en-US" dirty="0"/>
          </a:p>
        </p:txBody>
      </p:sp>
      <p:sp>
        <p:nvSpPr>
          <p:cNvPr id="466" name="Rectangle 4">
            <a:extLst>
              <a:ext uri="{FF2B5EF4-FFF2-40B4-BE49-F238E27FC236}">
                <a16:creationId xmlns:a16="http://schemas.microsoft.com/office/drawing/2014/main" id="{BBDAB70A-7931-07BA-BDCE-E152BECB5BFB}"/>
              </a:ext>
            </a:extLst>
          </p:cNvPr>
          <p:cNvSpPr/>
          <p:nvPr userDrawn="1"/>
        </p:nvSpPr>
        <p:spPr>
          <a:xfrm>
            <a:off x="4858257" y="2129867"/>
            <a:ext cx="1681166"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7" name="Rectangle 4">
            <a:extLst>
              <a:ext uri="{FF2B5EF4-FFF2-40B4-BE49-F238E27FC236}">
                <a16:creationId xmlns:a16="http://schemas.microsoft.com/office/drawing/2014/main" id="{7A07CACE-ECCA-6C0D-7252-E8B6C8F1327B}"/>
              </a:ext>
            </a:extLst>
          </p:cNvPr>
          <p:cNvSpPr/>
          <p:nvPr userDrawn="1"/>
        </p:nvSpPr>
        <p:spPr>
          <a:xfrm>
            <a:off x="4858257" y="3080369"/>
            <a:ext cx="1464491" cy="716222"/>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68" name="ïšľidê">
            <a:extLst>
              <a:ext uri="{FF2B5EF4-FFF2-40B4-BE49-F238E27FC236}">
                <a16:creationId xmlns:a16="http://schemas.microsoft.com/office/drawing/2014/main" id="{6FF5A501-09B7-2CF4-6548-469DFCD2A244}"/>
              </a:ext>
            </a:extLst>
          </p:cNvPr>
          <p:cNvSpPr/>
          <p:nvPr userDrawn="1"/>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69" name="ïšľidê">
            <a:extLst>
              <a:ext uri="{FF2B5EF4-FFF2-40B4-BE49-F238E27FC236}">
                <a16:creationId xmlns:a16="http://schemas.microsoft.com/office/drawing/2014/main" id="{2D702DA5-698B-6F8F-6D5D-40C67B172ADD}"/>
              </a:ext>
            </a:extLst>
          </p:cNvPr>
          <p:cNvSpPr/>
          <p:nvPr userDrawn="1"/>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70" name="ïšľidê">
            <a:extLst>
              <a:ext uri="{FF2B5EF4-FFF2-40B4-BE49-F238E27FC236}">
                <a16:creationId xmlns:a16="http://schemas.microsoft.com/office/drawing/2014/main" id="{B76A8E1E-8FED-7ED2-414D-FAA01B6429A0}"/>
              </a:ext>
            </a:extLst>
          </p:cNvPr>
          <p:cNvSpPr/>
          <p:nvPr userDrawn="1"/>
        </p:nvSpPr>
        <p:spPr bwMode="auto">
          <a:xfrm>
            <a:off x="6672571" y="3094261"/>
            <a:ext cx="1918057" cy="690285"/>
          </a:xfrm>
          <a:prstGeom prst="rect">
            <a:avLst/>
          </a:prstGeom>
        </p:spPr>
        <p:txBody>
          <a:bodyPr vert="horz" lIns="0" tIns="0" rIns="0" bIns="0" rtlCol="0">
            <a:noAutofit/>
          </a:bodyPr>
          <a:lstStyle/>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a:p>
            <a:pPr lvl="0" indent="0" defTabSz="913832" fontAlgn="ctr">
              <a:lnSpc>
                <a:spcPct val="130000"/>
              </a:lnSpc>
              <a:spcBef>
                <a:spcPts val="0"/>
              </a:spcBef>
              <a:buClr>
                <a:schemeClr val="tx2"/>
              </a:buClr>
              <a:buSzPct val="50000"/>
              <a:buFont typeface="Wingdings" panose="05000000000000000000" pitchFamily="2" charset="2"/>
              <a:buNone/>
            </a:pPr>
            <a:endParaRPr kumimoji="1" lang="en-US" altLang="zh-CN" sz="800" b="0" dirty="0">
              <a:latin typeface="华文细黑" panose="02010600040101010101" pitchFamily="2" charset="-122"/>
              <a:ea typeface="华文细黑" panose="02010600040101010101" pitchFamily="2" charset="-122"/>
              <a:sym typeface="+mn-lt"/>
            </a:endParaRPr>
          </a:p>
        </p:txBody>
      </p:sp>
      <p:sp>
        <p:nvSpPr>
          <p:cNvPr id="471" name="ïšľidê">
            <a:extLst>
              <a:ext uri="{FF2B5EF4-FFF2-40B4-BE49-F238E27FC236}">
                <a16:creationId xmlns:a16="http://schemas.microsoft.com/office/drawing/2014/main" id="{21A9D79E-A089-858E-2484-28F8EBF8F3B0}"/>
              </a:ext>
            </a:extLst>
          </p:cNvPr>
          <p:cNvSpPr/>
          <p:nvPr userDrawn="1"/>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en-US" altLang="zh-CN" sz="800" dirty="0">
              <a:latin typeface="+mn-ea"/>
              <a:cs typeface="+mn-ea"/>
              <a:sym typeface="+mn-lt"/>
            </a:endParaRPr>
          </a:p>
        </p:txBody>
      </p:sp>
      <p:sp>
        <p:nvSpPr>
          <p:cNvPr id="472" name="Rectangle 4">
            <a:extLst>
              <a:ext uri="{FF2B5EF4-FFF2-40B4-BE49-F238E27FC236}">
                <a16:creationId xmlns:a16="http://schemas.microsoft.com/office/drawing/2014/main" id="{9AB211BA-507C-0020-1A2F-78E5E94B88BE}"/>
              </a:ext>
            </a:extLst>
          </p:cNvPr>
          <p:cNvSpPr/>
          <p:nvPr userDrawn="1"/>
        </p:nvSpPr>
        <p:spPr>
          <a:xfrm>
            <a:off x="4858257" y="4030871"/>
            <a:ext cx="1630254" cy="876266"/>
          </a:xfrm>
          <a:prstGeom prst="rect">
            <a:avLst/>
          </a:prstGeom>
        </p:spPr>
        <p:txBody>
          <a:bodyPr wrap="square">
            <a:spAutoFit/>
          </a:bodyPr>
          <a:lstStyle/>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a:p>
            <a:pPr>
              <a:lnSpc>
                <a:spcPct val="130000"/>
              </a:lnSpc>
            </a:pPr>
            <a:endParaRPr lang="en-US" altLang="zh-CN" sz="800" dirty="0">
              <a:latin typeface="+mn-ea"/>
              <a:cs typeface="+mn-ea"/>
              <a:sym typeface="+mn-lt"/>
            </a:endParaRPr>
          </a:p>
        </p:txBody>
      </p:sp>
      <p:sp>
        <p:nvSpPr>
          <p:cNvPr id="4" name="文本占位符 3">
            <a:extLst>
              <a:ext uri="{FF2B5EF4-FFF2-40B4-BE49-F238E27FC236}">
                <a16:creationId xmlns:a16="http://schemas.microsoft.com/office/drawing/2014/main" id="{4CADBEFA-0929-BE16-7207-0D668599CC3F}"/>
              </a:ext>
            </a:extLst>
          </p:cNvPr>
          <p:cNvSpPr>
            <a:spLocks noGrp="1"/>
          </p:cNvSpPr>
          <p:nvPr>
            <p:ph type="body" sz="quarter" idx="10"/>
          </p:nvPr>
        </p:nvSpPr>
        <p:spPr>
          <a:xfrm>
            <a:off x="4823886" y="1715639"/>
            <a:ext cx="1681166" cy="529861"/>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grpSp>
        <p:nvGrpSpPr>
          <p:cNvPr id="16" name="组合 15">
            <a:extLst>
              <a:ext uri="{FF2B5EF4-FFF2-40B4-BE49-F238E27FC236}">
                <a16:creationId xmlns:a16="http://schemas.microsoft.com/office/drawing/2014/main" id="{6D2E1EC0-A230-D6BA-CA33-794B7D4B33BC}"/>
              </a:ext>
            </a:extLst>
          </p:cNvPr>
          <p:cNvGrpSpPr/>
          <p:nvPr userDrawn="1"/>
        </p:nvGrpSpPr>
        <p:grpSpPr>
          <a:xfrm>
            <a:off x="535448" y="1956176"/>
            <a:ext cx="3597913" cy="3736041"/>
            <a:chOff x="815035" y="2092230"/>
            <a:chExt cx="3778457" cy="3923516"/>
          </a:xfrm>
        </p:grpSpPr>
        <p:grpSp>
          <p:nvGrpSpPr>
            <p:cNvPr id="17" name="组合 16">
              <a:extLst>
                <a:ext uri="{FF2B5EF4-FFF2-40B4-BE49-F238E27FC236}">
                  <a16:creationId xmlns:a16="http://schemas.microsoft.com/office/drawing/2014/main" id="{F08347B9-2418-8540-D231-3C58CFE7F1B3}"/>
                </a:ext>
              </a:extLst>
            </p:cNvPr>
            <p:cNvGrpSpPr/>
            <p:nvPr/>
          </p:nvGrpSpPr>
          <p:grpSpPr>
            <a:xfrm>
              <a:off x="815035" y="2092230"/>
              <a:ext cx="3778457" cy="3923516"/>
              <a:chOff x="806243" y="2206460"/>
              <a:chExt cx="3778457" cy="3923516"/>
            </a:xfrm>
          </p:grpSpPr>
          <p:grpSp>
            <p:nvGrpSpPr>
              <p:cNvPr id="20" name="组合 19">
                <a:extLst>
                  <a:ext uri="{FF2B5EF4-FFF2-40B4-BE49-F238E27FC236}">
                    <a16:creationId xmlns:a16="http://schemas.microsoft.com/office/drawing/2014/main" id="{E4C06614-98CB-AC72-DDBA-1EA66E553931}"/>
                  </a:ext>
                </a:extLst>
              </p:cNvPr>
              <p:cNvGrpSpPr/>
              <p:nvPr/>
            </p:nvGrpSpPr>
            <p:grpSpPr>
              <a:xfrm>
                <a:off x="806243" y="2206460"/>
                <a:ext cx="3778457" cy="3923516"/>
                <a:chOff x="806243" y="2106087"/>
                <a:chExt cx="3549417" cy="3685683"/>
              </a:xfrm>
            </p:grpSpPr>
            <p:grpSp>
              <p:nvGrpSpPr>
                <p:cNvPr id="34" name="ïṧ1iḑè">
                  <a:extLst>
                    <a:ext uri="{FF2B5EF4-FFF2-40B4-BE49-F238E27FC236}">
                      <a16:creationId xmlns:a16="http://schemas.microsoft.com/office/drawing/2014/main" id="{04865FD3-6DE5-FC1F-88AF-ECF301AB8B8B}"/>
                    </a:ext>
                  </a:extLst>
                </p:cNvPr>
                <p:cNvGrpSpPr/>
                <p:nvPr/>
              </p:nvGrpSpPr>
              <p:grpSpPr>
                <a:xfrm>
                  <a:off x="806243" y="2106087"/>
                  <a:ext cx="3549417" cy="3646370"/>
                  <a:chOff x="1537719" y="1628800"/>
                  <a:chExt cx="3661643" cy="3761661"/>
                </a:xfrm>
              </p:grpSpPr>
              <p:sp>
                <p:nvSpPr>
                  <p:cNvPr id="42" name="ïṡḻîḍê">
                    <a:extLst>
                      <a:ext uri="{FF2B5EF4-FFF2-40B4-BE49-F238E27FC236}">
                        <a16:creationId xmlns:a16="http://schemas.microsoft.com/office/drawing/2014/main" id="{85865A1A-7573-3E24-95EA-4A3802CCA746}"/>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43" name="i$1iḍè">
                    <a:extLst>
                      <a:ext uri="{FF2B5EF4-FFF2-40B4-BE49-F238E27FC236}">
                        <a16:creationId xmlns:a16="http://schemas.microsoft.com/office/drawing/2014/main" id="{50FC46BB-ACDA-DFDC-528A-4501B5C4D8F7}"/>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4" name="íṩḷiḍé">
                    <a:extLst>
                      <a:ext uri="{FF2B5EF4-FFF2-40B4-BE49-F238E27FC236}">
                        <a16:creationId xmlns:a16="http://schemas.microsoft.com/office/drawing/2014/main" id="{1382394D-36AD-3C06-4F3C-4887CAA75EF2}"/>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45" name="isļiḑe">
                    <a:extLst>
                      <a:ext uri="{FF2B5EF4-FFF2-40B4-BE49-F238E27FC236}">
                        <a16:creationId xmlns:a16="http://schemas.microsoft.com/office/drawing/2014/main" id="{6316D1F6-742D-95CC-FE05-2FCE350609AE}"/>
                      </a:ext>
                    </a:extLst>
                  </p:cNvPr>
                  <p:cNvGrpSpPr/>
                  <p:nvPr/>
                </p:nvGrpSpPr>
                <p:grpSpPr>
                  <a:xfrm>
                    <a:off x="1537719" y="1628800"/>
                    <a:ext cx="3661643" cy="3761661"/>
                    <a:chOff x="1523492" y="1628800"/>
                    <a:chExt cx="3661643" cy="3761661"/>
                  </a:xfrm>
                  <a:solidFill>
                    <a:schemeClr val="bg1">
                      <a:lumMod val="95000"/>
                    </a:schemeClr>
                  </a:solidFill>
                </p:grpSpPr>
                <p:sp>
                  <p:nvSpPr>
                    <p:cNvPr id="46" name="isļïdé">
                      <a:extLst>
                        <a:ext uri="{FF2B5EF4-FFF2-40B4-BE49-F238E27FC236}">
                          <a16:creationId xmlns:a16="http://schemas.microsoft.com/office/drawing/2014/main" id="{58966006-E39E-1394-C740-FC1F73B0592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 name="is1iḋê">
                      <a:extLst>
                        <a:ext uri="{FF2B5EF4-FFF2-40B4-BE49-F238E27FC236}">
                          <a16:creationId xmlns:a16="http://schemas.microsoft.com/office/drawing/2014/main" id="{6674AC37-E5D8-9160-9896-9D7948EE264A}"/>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 name="iSlïḓè">
                      <a:extLst>
                        <a:ext uri="{FF2B5EF4-FFF2-40B4-BE49-F238E27FC236}">
                          <a16:creationId xmlns:a16="http://schemas.microsoft.com/office/drawing/2014/main" id="{30F517F2-5D12-248D-7F76-E50BAEA2F1DB}"/>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49" name="ïṩľiḍé">
                      <a:extLst>
                        <a:ext uri="{FF2B5EF4-FFF2-40B4-BE49-F238E27FC236}">
                          <a16:creationId xmlns:a16="http://schemas.microsoft.com/office/drawing/2014/main" id="{40D39683-9EB0-27F0-7752-38F046687E08}"/>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ṧľîdê">
                      <a:extLst>
                        <a:ext uri="{FF2B5EF4-FFF2-40B4-BE49-F238E27FC236}">
                          <a16:creationId xmlns:a16="http://schemas.microsoft.com/office/drawing/2014/main" id="{4A2E79EB-F9CC-CB8A-0982-BB8B8212AF90}"/>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îSľíḑe">
                      <a:extLst>
                        <a:ext uri="{FF2B5EF4-FFF2-40B4-BE49-F238E27FC236}">
                          <a16:creationId xmlns:a16="http://schemas.microsoft.com/office/drawing/2014/main" id="{B3D63061-356D-800C-434D-6462FB314D07}"/>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52" name="i$líḍè">
                      <a:extLst>
                        <a:ext uri="{FF2B5EF4-FFF2-40B4-BE49-F238E27FC236}">
                          <a16:creationId xmlns:a16="http://schemas.microsoft.com/office/drawing/2014/main" id="{146D5CA9-C11D-9FEB-0383-4DD0FAEE4FEB}"/>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53" name="ïş1idè">
                      <a:extLst>
                        <a:ext uri="{FF2B5EF4-FFF2-40B4-BE49-F238E27FC236}">
                          <a16:creationId xmlns:a16="http://schemas.microsoft.com/office/drawing/2014/main" id="{EC95594A-9F97-289E-7BDC-E973D96D3B47}"/>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4" name="iṥļíḋê">
                      <a:extLst>
                        <a:ext uri="{FF2B5EF4-FFF2-40B4-BE49-F238E27FC236}">
                          <a16:creationId xmlns:a16="http://schemas.microsoft.com/office/drawing/2014/main" id="{6B5D07F2-C9F3-4EA0-77CC-417186B62347}"/>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5" name="íşḷïḑe">
                      <a:extLst>
                        <a:ext uri="{FF2B5EF4-FFF2-40B4-BE49-F238E27FC236}">
                          <a16:creationId xmlns:a16="http://schemas.microsoft.com/office/drawing/2014/main" id="{374DE07A-6477-8DCF-46D8-7E96B3185FE5}"/>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iṣ1íḑe">
                      <a:extLst>
                        <a:ext uri="{FF2B5EF4-FFF2-40B4-BE49-F238E27FC236}">
                          <a16:creationId xmlns:a16="http://schemas.microsoft.com/office/drawing/2014/main" id="{8F6442F3-E455-EECA-87A3-49D844813702}"/>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7" name="íŝľiḑé">
                      <a:extLst>
                        <a:ext uri="{FF2B5EF4-FFF2-40B4-BE49-F238E27FC236}">
                          <a16:creationId xmlns:a16="http://schemas.microsoft.com/office/drawing/2014/main" id="{AD499D52-F7C3-9C8F-7893-996077FFD4F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8" name="iṣ1iḋè">
                      <a:extLst>
                        <a:ext uri="{FF2B5EF4-FFF2-40B4-BE49-F238E27FC236}">
                          <a16:creationId xmlns:a16="http://schemas.microsoft.com/office/drawing/2014/main" id="{46F64471-D3E1-F4B5-9173-FB52C1FC46D1}"/>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9" name="îşḷiḍé">
                      <a:extLst>
                        <a:ext uri="{FF2B5EF4-FFF2-40B4-BE49-F238E27FC236}">
                          <a16:creationId xmlns:a16="http://schemas.microsoft.com/office/drawing/2014/main" id="{C259EABC-650A-1F22-FB69-0C90A50C7828}"/>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0" name="iṡḷîdé">
                      <a:extLst>
                        <a:ext uri="{FF2B5EF4-FFF2-40B4-BE49-F238E27FC236}">
                          <a16:creationId xmlns:a16="http://schemas.microsoft.com/office/drawing/2014/main" id="{DD088599-2217-E882-5894-68F561ABACD7}"/>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íśļidé">
                      <a:extLst>
                        <a:ext uri="{FF2B5EF4-FFF2-40B4-BE49-F238E27FC236}">
                          <a16:creationId xmlns:a16="http://schemas.microsoft.com/office/drawing/2014/main" id="{E3617AD6-311D-A68B-71C4-10110C925709}"/>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2" name="iṥľïḓè">
                      <a:extLst>
                        <a:ext uri="{FF2B5EF4-FFF2-40B4-BE49-F238E27FC236}">
                          <a16:creationId xmlns:a16="http://schemas.microsoft.com/office/drawing/2014/main" id="{56116055-2899-07F5-1365-8B22AEF89507}"/>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3" name="ïşḻïḋé">
                      <a:extLst>
                        <a:ext uri="{FF2B5EF4-FFF2-40B4-BE49-F238E27FC236}">
                          <a16:creationId xmlns:a16="http://schemas.microsoft.com/office/drawing/2014/main" id="{3CB51D8F-7561-8F16-EC8D-BDF507E8204E}"/>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4" name="ïsļiḋé">
                      <a:extLst>
                        <a:ext uri="{FF2B5EF4-FFF2-40B4-BE49-F238E27FC236}">
                          <a16:creationId xmlns:a16="http://schemas.microsoft.com/office/drawing/2014/main" id="{50AD5D00-4EE9-0F49-D929-6475F044EAB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5" name="ís1îde">
                      <a:extLst>
                        <a:ext uri="{FF2B5EF4-FFF2-40B4-BE49-F238E27FC236}">
                          <a16:creationId xmlns:a16="http://schemas.microsoft.com/office/drawing/2014/main" id="{E805344E-B598-B77E-DB2B-921C0EA41459}"/>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76" name="íṧļïḓè">
                      <a:extLst>
                        <a:ext uri="{FF2B5EF4-FFF2-40B4-BE49-F238E27FC236}">
                          <a16:creationId xmlns:a16="http://schemas.microsoft.com/office/drawing/2014/main" id="{407A4E82-D68D-59B6-BA09-1F35B4119E46}"/>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7" name="iSľíďê">
                      <a:extLst>
                        <a:ext uri="{FF2B5EF4-FFF2-40B4-BE49-F238E27FC236}">
                          <a16:creationId xmlns:a16="http://schemas.microsoft.com/office/drawing/2014/main" id="{54D1737D-68B1-0829-803E-FD7DCB58F205}"/>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78" name="ïš1ídé">
                      <a:extLst>
                        <a:ext uri="{FF2B5EF4-FFF2-40B4-BE49-F238E27FC236}">
                          <a16:creationId xmlns:a16="http://schemas.microsoft.com/office/drawing/2014/main" id="{D0194050-6124-9D14-25B8-B5EE98A4B729}"/>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9" name="î$1iḓê">
                      <a:extLst>
                        <a:ext uri="{FF2B5EF4-FFF2-40B4-BE49-F238E27FC236}">
                          <a16:creationId xmlns:a16="http://schemas.microsoft.com/office/drawing/2014/main" id="{06E4B8F6-9666-9DEF-D46F-1BD68449DE5E}"/>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480" name="ï$1ïḑe">
                      <a:extLst>
                        <a:ext uri="{FF2B5EF4-FFF2-40B4-BE49-F238E27FC236}">
                          <a16:creationId xmlns:a16="http://schemas.microsoft.com/office/drawing/2014/main" id="{054E0C99-7034-912F-069D-A5F67810F78B}"/>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481" name="îṣľíḍê">
                      <a:extLst>
                        <a:ext uri="{FF2B5EF4-FFF2-40B4-BE49-F238E27FC236}">
                          <a16:creationId xmlns:a16="http://schemas.microsoft.com/office/drawing/2014/main" id="{4823132C-AB40-4CF7-FFC3-58713C5651AB}"/>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82" name="îSlîďe">
                      <a:extLst>
                        <a:ext uri="{FF2B5EF4-FFF2-40B4-BE49-F238E27FC236}">
                          <a16:creationId xmlns:a16="http://schemas.microsoft.com/office/drawing/2014/main" id="{F794E152-F260-EE60-D9E5-DF27E0C8B78C}"/>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83" name="iṩlïḋè">
                      <a:extLst>
                        <a:ext uri="{FF2B5EF4-FFF2-40B4-BE49-F238E27FC236}">
                          <a16:creationId xmlns:a16="http://schemas.microsoft.com/office/drawing/2014/main" id="{C1944D82-2596-529D-90E5-699657A5BAC1}"/>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4" name="îSḻîdê">
                      <a:extLst>
                        <a:ext uri="{FF2B5EF4-FFF2-40B4-BE49-F238E27FC236}">
                          <a16:creationId xmlns:a16="http://schemas.microsoft.com/office/drawing/2014/main" id="{ECF7F084-F0F2-DE48-C603-2F0E1A0109A3}"/>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5" name="iś1îďé">
                      <a:extLst>
                        <a:ext uri="{FF2B5EF4-FFF2-40B4-BE49-F238E27FC236}">
                          <a16:creationId xmlns:a16="http://schemas.microsoft.com/office/drawing/2014/main" id="{3BE462AE-E528-82C8-EB7F-98077713C334}"/>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6" name="í$ľíḓè">
                      <a:extLst>
                        <a:ext uri="{FF2B5EF4-FFF2-40B4-BE49-F238E27FC236}">
                          <a16:creationId xmlns:a16="http://schemas.microsoft.com/office/drawing/2014/main" id="{9FA4EFD7-1CE4-6FC1-4C1A-B7A03FED2B18}"/>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7" name="íṣľiḓe">
                      <a:extLst>
                        <a:ext uri="{FF2B5EF4-FFF2-40B4-BE49-F238E27FC236}">
                          <a16:creationId xmlns:a16="http://schemas.microsoft.com/office/drawing/2014/main" id="{2803F2C5-1867-F844-1858-63F0CB0B2639}"/>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8" name="íşlïdè">
                      <a:extLst>
                        <a:ext uri="{FF2B5EF4-FFF2-40B4-BE49-F238E27FC236}">
                          <a16:creationId xmlns:a16="http://schemas.microsoft.com/office/drawing/2014/main" id="{CD1C3ED5-74F7-784D-D46A-569A38CEDBC2}"/>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9" name="îsḻîḋé">
                      <a:extLst>
                        <a:ext uri="{FF2B5EF4-FFF2-40B4-BE49-F238E27FC236}">
                          <a16:creationId xmlns:a16="http://schemas.microsoft.com/office/drawing/2014/main" id="{E51BB56B-1B75-737D-AE39-80976EC8665B}"/>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0" name="iSļíḋe">
                      <a:extLst>
                        <a:ext uri="{FF2B5EF4-FFF2-40B4-BE49-F238E27FC236}">
                          <a16:creationId xmlns:a16="http://schemas.microsoft.com/office/drawing/2014/main" id="{4013309F-88A9-0CA8-79C2-D27360D3953A}"/>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91" name="ïS1îḋé">
                      <a:extLst>
                        <a:ext uri="{FF2B5EF4-FFF2-40B4-BE49-F238E27FC236}">
                          <a16:creationId xmlns:a16="http://schemas.microsoft.com/office/drawing/2014/main" id="{E3FDA66E-327C-2B5A-EFA5-B796C5197B5C}"/>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2" name="ïŝḷïḑé">
                      <a:extLst>
                        <a:ext uri="{FF2B5EF4-FFF2-40B4-BE49-F238E27FC236}">
                          <a16:creationId xmlns:a16="http://schemas.microsoft.com/office/drawing/2014/main" id="{6FC72E6F-08F3-20A4-6EFD-6772865A6929}"/>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3" name="iṡlïḍe">
                      <a:extLst>
                        <a:ext uri="{FF2B5EF4-FFF2-40B4-BE49-F238E27FC236}">
                          <a16:creationId xmlns:a16="http://schemas.microsoft.com/office/drawing/2014/main" id="{4DFDB2EF-0D82-B9E0-C8BD-C9925271C906}"/>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94" name="îslîďê">
                      <a:extLst>
                        <a:ext uri="{FF2B5EF4-FFF2-40B4-BE49-F238E27FC236}">
                          <a16:creationId xmlns:a16="http://schemas.microsoft.com/office/drawing/2014/main" id="{CC39620F-6167-1364-FCB5-12DB13F6A136}"/>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495" name="îŝḻïḍé">
                      <a:extLst>
                        <a:ext uri="{FF2B5EF4-FFF2-40B4-BE49-F238E27FC236}">
                          <a16:creationId xmlns:a16="http://schemas.microsoft.com/office/drawing/2014/main" id="{77C9AE70-7B66-2435-DEDE-074FA122A0AD}"/>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6" name="îşľíḋé">
                      <a:extLst>
                        <a:ext uri="{FF2B5EF4-FFF2-40B4-BE49-F238E27FC236}">
                          <a16:creationId xmlns:a16="http://schemas.microsoft.com/office/drawing/2014/main" id="{40623D77-1B52-FFFD-9B22-577604FB9CA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7" name="iṥļîdè">
                      <a:extLst>
                        <a:ext uri="{FF2B5EF4-FFF2-40B4-BE49-F238E27FC236}">
                          <a16:creationId xmlns:a16="http://schemas.microsoft.com/office/drawing/2014/main" id="{99D24793-E185-20B5-7B8A-02B502B55558}"/>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8" name="îṧļíḑê">
                      <a:extLst>
                        <a:ext uri="{FF2B5EF4-FFF2-40B4-BE49-F238E27FC236}">
                          <a16:creationId xmlns:a16="http://schemas.microsoft.com/office/drawing/2014/main" id="{10E12EC2-21F4-6716-74F0-58052BE2DDDE}"/>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99" name="íśḷîḓe">
                      <a:extLst>
                        <a:ext uri="{FF2B5EF4-FFF2-40B4-BE49-F238E27FC236}">
                          <a16:creationId xmlns:a16="http://schemas.microsoft.com/office/drawing/2014/main" id="{AFBB033D-1DCF-7B35-ECA0-A349077F0FA6}"/>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0" name="ïś1ídé">
                      <a:extLst>
                        <a:ext uri="{FF2B5EF4-FFF2-40B4-BE49-F238E27FC236}">
                          <a16:creationId xmlns:a16="http://schemas.microsoft.com/office/drawing/2014/main" id="{5CB5312D-A65B-6221-8C0A-1BC2FA2B6EC6}"/>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1" name="ïSliḋé">
                      <a:extLst>
                        <a:ext uri="{FF2B5EF4-FFF2-40B4-BE49-F238E27FC236}">
                          <a16:creationId xmlns:a16="http://schemas.microsoft.com/office/drawing/2014/main" id="{02EBFDE1-ED0E-9464-6C34-506F800168CF}"/>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2" name="iŝlîḓê">
                      <a:extLst>
                        <a:ext uri="{FF2B5EF4-FFF2-40B4-BE49-F238E27FC236}">
                          <a16:creationId xmlns:a16="http://schemas.microsoft.com/office/drawing/2014/main" id="{746B59E6-25DF-BFF9-CD18-D64FDAF31285}"/>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3" name="í$ḻïḋe">
                      <a:extLst>
                        <a:ext uri="{FF2B5EF4-FFF2-40B4-BE49-F238E27FC236}">
                          <a16:creationId xmlns:a16="http://schemas.microsoft.com/office/drawing/2014/main" id="{686BA075-B148-032F-C5CE-BC40D505B11C}"/>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4" name="i$liḑe">
                      <a:extLst>
                        <a:ext uri="{FF2B5EF4-FFF2-40B4-BE49-F238E27FC236}">
                          <a16:creationId xmlns:a16="http://schemas.microsoft.com/office/drawing/2014/main" id="{00989C3B-CBAD-DAC0-9EED-0AC160D452D9}"/>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5" name="ïsliḍê">
                      <a:extLst>
                        <a:ext uri="{FF2B5EF4-FFF2-40B4-BE49-F238E27FC236}">
                          <a16:creationId xmlns:a16="http://schemas.microsoft.com/office/drawing/2014/main" id="{088CF740-B241-ADA0-EB96-579FBCD1B711}"/>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6" name="îŝľiḓe">
                      <a:extLst>
                        <a:ext uri="{FF2B5EF4-FFF2-40B4-BE49-F238E27FC236}">
                          <a16:creationId xmlns:a16="http://schemas.microsoft.com/office/drawing/2014/main" id="{E955EECC-F212-2114-1F1E-F1C8E2EE1E39}"/>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7" name="iṡļïḋê">
                      <a:extLst>
                        <a:ext uri="{FF2B5EF4-FFF2-40B4-BE49-F238E27FC236}">
                          <a16:creationId xmlns:a16="http://schemas.microsoft.com/office/drawing/2014/main" id="{6B57D4D9-9476-BAB0-3D2A-9C63BA29C0B0}"/>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8" name="îṣľïdé">
                      <a:extLst>
                        <a:ext uri="{FF2B5EF4-FFF2-40B4-BE49-F238E27FC236}">
                          <a16:creationId xmlns:a16="http://schemas.microsoft.com/office/drawing/2014/main" id="{B3BAAF7A-9274-B40E-80D5-4A433011838F}"/>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09" name="iS1ïdê">
                      <a:extLst>
                        <a:ext uri="{FF2B5EF4-FFF2-40B4-BE49-F238E27FC236}">
                          <a16:creationId xmlns:a16="http://schemas.microsoft.com/office/drawing/2014/main" id="{8ED374A0-CE85-7BAB-1A8C-1829F1FE7B06}"/>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0" name="íṧľiḋe">
                      <a:extLst>
                        <a:ext uri="{FF2B5EF4-FFF2-40B4-BE49-F238E27FC236}">
                          <a16:creationId xmlns:a16="http://schemas.microsoft.com/office/drawing/2014/main" id="{6F006322-EF61-0193-1EF4-F8AF2755A18A}"/>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11" name="íşľíďe">
                      <a:extLst>
                        <a:ext uri="{FF2B5EF4-FFF2-40B4-BE49-F238E27FC236}">
                          <a16:creationId xmlns:a16="http://schemas.microsoft.com/office/drawing/2014/main" id="{B8BDEADE-4660-C24D-0707-282BBF39E7AD}"/>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0" name="íṡľïḓê">
                      <a:extLst>
                        <a:ext uri="{FF2B5EF4-FFF2-40B4-BE49-F238E27FC236}">
                          <a16:creationId xmlns:a16="http://schemas.microsoft.com/office/drawing/2014/main" id="{1EF086EB-CD53-1EEE-1190-82E61CD44777}"/>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1" name="îśḻíḋê">
                      <a:extLst>
                        <a:ext uri="{FF2B5EF4-FFF2-40B4-BE49-F238E27FC236}">
                          <a16:creationId xmlns:a16="http://schemas.microsoft.com/office/drawing/2014/main" id="{B291DB24-3A03-E678-3B4C-42F1FD1EB4FC}"/>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2" name="îS1îdè">
                      <a:extLst>
                        <a:ext uri="{FF2B5EF4-FFF2-40B4-BE49-F238E27FC236}">
                          <a16:creationId xmlns:a16="http://schemas.microsoft.com/office/drawing/2014/main" id="{F816A377-8546-C51D-1EA6-CC2CACBD5A07}"/>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3" name="ïṧḷíḑê">
                      <a:extLst>
                        <a:ext uri="{FF2B5EF4-FFF2-40B4-BE49-F238E27FC236}">
                          <a16:creationId xmlns:a16="http://schemas.microsoft.com/office/drawing/2014/main" id="{C5FEF38A-BFBA-65C1-D44F-8160614F1CDE}"/>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4" name="îşlíḑe">
                      <a:extLst>
                        <a:ext uri="{FF2B5EF4-FFF2-40B4-BE49-F238E27FC236}">
                          <a16:creationId xmlns:a16="http://schemas.microsoft.com/office/drawing/2014/main" id="{B9B057F1-00F4-29EB-A08D-F207EF278DF0}"/>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5" name="íṩļíḑé">
                      <a:extLst>
                        <a:ext uri="{FF2B5EF4-FFF2-40B4-BE49-F238E27FC236}">
                          <a16:creationId xmlns:a16="http://schemas.microsoft.com/office/drawing/2014/main" id="{B314F381-D705-A041-6409-FDBEE004B395}"/>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6" name="iślíḋê">
                      <a:extLst>
                        <a:ext uri="{FF2B5EF4-FFF2-40B4-BE49-F238E27FC236}">
                          <a16:creationId xmlns:a16="http://schemas.microsoft.com/office/drawing/2014/main" id="{5A3C0FE7-FB9B-9F99-3349-773B62F68B89}"/>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7" name="ïSľîḍe">
                      <a:extLst>
                        <a:ext uri="{FF2B5EF4-FFF2-40B4-BE49-F238E27FC236}">
                          <a16:creationId xmlns:a16="http://schemas.microsoft.com/office/drawing/2014/main" id="{DF6534CE-8EB5-4F1A-F654-8BA9E16EA9B3}"/>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8" name="iŝḻiḍe">
                      <a:extLst>
                        <a:ext uri="{FF2B5EF4-FFF2-40B4-BE49-F238E27FC236}">
                          <a16:creationId xmlns:a16="http://schemas.microsoft.com/office/drawing/2014/main" id="{79892C26-197A-2DFE-57DF-9C835E0E3E3D}"/>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29" name="íšḷîḋê">
                      <a:extLst>
                        <a:ext uri="{FF2B5EF4-FFF2-40B4-BE49-F238E27FC236}">
                          <a16:creationId xmlns:a16="http://schemas.microsoft.com/office/drawing/2014/main" id="{E7E91216-A3F0-1CAD-B96A-86DF0AD2A77B}"/>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0" name="î$ḷïďê">
                      <a:extLst>
                        <a:ext uri="{FF2B5EF4-FFF2-40B4-BE49-F238E27FC236}">
                          <a16:creationId xmlns:a16="http://schemas.microsoft.com/office/drawing/2014/main" id="{BEF0FA87-3DED-3507-7314-B544F21F7A57}"/>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1" name="íśľíḑé">
                      <a:extLst>
                        <a:ext uri="{FF2B5EF4-FFF2-40B4-BE49-F238E27FC236}">
                          <a16:creationId xmlns:a16="http://schemas.microsoft.com/office/drawing/2014/main" id="{797AC384-8C2A-C767-75B2-46EC1DB2C137}"/>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2" name="iṥļïḍé">
                      <a:extLst>
                        <a:ext uri="{FF2B5EF4-FFF2-40B4-BE49-F238E27FC236}">
                          <a16:creationId xmlns:a16="http://schemas.microsoft.com/office/drawing/2014/main" id="{A7070ACD-F199-5DF5-8728-3519E769D117}"/>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3" name="ísļiḍê">
                      <a:extLst>
                        <a:ext uri="{FF2B5EF4-FFF2-40B4-BE49-F238E27FC236}">
                          <a16:creationId xmlns:a16="http://schemas.microsoft.com/office/drawing/2014/main" id="{03E95289-A23F-F135-6B7F-E0B22A821C4B}"/>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4" name="iś1ídé">
                      <a:extLst>
                        <a:ext uri="{FF2B5EF4-FFF2-40B4-BE49-F238E27FC236}">
                          <a16:creationId xmlns:a16="http://schemas.microsoft.com/office/drawing/2014/main" id="{C24106BF-9D4C-D560-3AB1-657D9F80D20F}"/>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5" name="ïṥ1íḓe">
                      <a:extLst>
                        <a:ext uri="{FF2B5EF4-FFF2-40B4-BE49-F238E27FC236}">
                          <a16:creationId xmlns:a16="http://schemas.microsoft.com/office/drawing/2014/main" id="{3324F226-C54B-43D1-AAC9-7DBA5CBF49D1}"/>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6" name="i$1îḋe">
                      <a:extLst>
                        <a:ext uri="{FF2B5EF4-FFF2-40B4-BE49-F238E27FC236}">
                          <a16:creationId xmlns:a16="http://schemas.microsoft.com/office/drawing/2014/main" id="{59F525F7-111D-E6A1-E63A-E49B30274A2C}"/>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7" name="îṣ1íďê">
                      <a:extLst>
                        <a:ext uri="{FF2B5EF4-FFF2-40B4-BE49-F238E27FC236}">
                          <a16:creationId xmlns:a16="http://schemas.microsoft.com/office/drawing/2014/main" id="{AD28067E-C8BB-A6B3-E455-E2B319F11731}"/>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8" name="îṩľide">
                      <a:extLst>
                        <a:ext uri="{FF2B5EF4-FFF2-40B4-BE49-F238E27FC236}">
                          <a16:creationId xmlns:a16="http://schemas.microsoft.com/office/drawing/2014/main" id="{7342B8C9-AE51-4CDF-B284-9359A725CB35}"/>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39" name="íṡḻïḑé">
                      <a:extLst>
                        <a:ext uri="{FF2B5EF4-FFF2-40B4-BE49-F238E27FC236}">
                          <a16:creationId xmlns:a16="http://schemas.microsoft.com/office/drawing/2014/main" id="{B3CB4FA6-3F41-3078-7800-833C67F95D73}"/>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340" name="ïṧlïḑe">
                      <a:extLst>
                        <a:ext uri="{FF2B5EF4-FFF2-40B4-BE49-F238E27FC236}">
                          <a16:creationId xmlns:a16="http://schemas.microsoft.com/office/drawing/2014/main" id="{1F23112B-07D3-FE4F-AAF6-0E106D6521CF}"/>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35" name="文本框 34">
                  <a:extLst>
                    <a:ext uri="{FF2B5EF4-FFF2-40B4-BE49-F238E27FC236}">
                      <a16:creationId xmlns:a16="http://schemas.microsoft.com/office/drawing/2014/main" id="{1788437C-3F07-C27D-6BB5-8E1E10280AB3}"/>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36" name="椭圆 35">
                  <a:extLst>
                    <a:ext uri="{FF2B5EF4-FFF2-40B4-BE49-F238E27FC236}">
                      <a16:creationId xmlns:a16="http://schemas.microsoft.com/office/drawing/2014/main" id="{7A3891BC-8026-A0BF-7F92-334505457EB9}"/>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38753A5E-4B0F-762E-C920-3C7BD3D7C1E9}"/>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72527F71-1E95-AF63-7BF1-36BF7788C35D}"/>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4D118F7C-8FD2-0F9C-F9F4-B18B6BA94055}"/>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A9D9064B-868F-E9FF-12E8-AEF521F87138}"/>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D34F0CCC-289E-B37B-F8B7-136F744D2963}"/>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1" name="直线连接符 2">
                <a:extLst>
                  <a:ext uri="{FF2B5EF4-FFF2-40B4-BE49-F238E27FC236}">
                    <a16:creationId xmlns:a16="http://schemas.microsoft.com/office/drawing/2014/main" id="{125D3E7B-2A03-A4AB-A1AF-A72ECE8D7E6A}"/>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2" name="直线连接符 120">
                <a:extLst>
                  <a:ext uri="{FF2B5EF4-FFF2-40B4-BE49-F238E27FC236}">
                    <a16:creationId xmlns:a16="http://schemas.microsoft.com/office/drawing/2014/main" id="{08AB19EC-FF84-22E6-FCDB-3AFDDE9B6A2A}"/>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3" name="直线连接符 121">
                <a:extLst>
                  <a:ext uri="{FF2B5EF4-FFF2-40B4-BE49-F238E27FC236}">
                    <a16:creationId xmlns:a16="http://schemas.microsoft.com/office/drawing/2014/main" id="{6112DC93-709A-9E2E-5054-E061CC548155}"/>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4" name="直线连接符 190">
                <a:extLst>
                  <a:ext uri="{FF2B5EF4-FFF2-40B4-BE49-F238E27FC236}">
                    <a16:creationId xmlns:a16="http://schemas.microsoft.com/office/drawing/2014/main" id="{8775B374-5E01-AA4E-9F97-1477C24030FC}"/>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5" name="直线连接符 191">
                <a:extLst>
                  <a:ext uri="{FF2B5EF4-FFF2-40B4-BE49-F238E27FC236}">
                    <a16:creationId xmlns:a16="http://schemas.microsoft.com/office/drawing/2014/main" id="{469F2FFC-D093-FE86-F76E-FD720BA21453}"/>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6" name="直线连接符 194">
                <a:extLst>
                  <a:ext uri="{FF2B5EF4-FFF2-40B4-BE49-F238E27FC236}">
                    <a16:creationId xmlns:a16="http://schemas.microsoft.com/office/drawing/2014/main" id="{C23E5D0B-7429-56E3-0719-87F28968A419}"/>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27" name="直线连接符 196">
                <a:extLst>
                  <a:ext uri="{FF2B5EF4-FFF2-40B4-BE49-F238E27FC236}">
                    <a16:creationId xmlns:a16="http://schemas.microsoft.com/office/drawing/2014/main" id="{33402A12-D093-7D38-2F14-77741FB78E7F}"/>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8" name="直线连接符 200">
                <a:extLst>
                  <a:ext uri="{FF2B5EF4-FFF2-40B4-BE49-F238E27FC236}">
                    <a16:creationId xmlns:a16="http://schemas.microsoft.com/office/drawing/2014/main" id="{00DA2EB5-F237-D5D5-F950-7DF6384E3F78}"/>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9" name="直线连接符 202">
                <a:extLst>
                  <a:ext uri="{FF2B5EF4-FFF2-40B4-BE49-F238E27FC236}">
                    <a16:creationId xmlns:a16="http://schemas.microsoft.com/office/drawing/2014/main" id="{3406FBB3-95D0-9200-DD80-0A1BF9080E73}"/>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0" name="直线连接符 203">
                <a:extLst>
                  <a:ext uri="{FF2B5EF4-FFF2-40B4-BE49-F238E27FC236}">
                    <a16:creationId xmlns:a16="http://schemas.microsoft.com/office/drawing/2014/main" id="{391B7399-E8D3-7A7D-DA84-9EAA94190268}"/>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1" name="直线连接符 205">
                <a:extLst>
                  <a:ext uri="{FF2B5EF4-FFF2-40B4-BE49-F238E27FC236}">
                    <a16:creationId xmlns:a16="http://schemas.microsoft.com/office/drawing/2014/main" id="{C4FD01A6-975C-6E75-BC6A-3C5C3DDCBECE}"/>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2" name="直线连接符 206">
                <a:extLst>
                  <a:ext uri="{FF2B5EF4-FFF2-40B4-BE49-F238E27FC236}">
                    <a16:creationId xmlns:a16="http://schemas.microsoft.com/office/drawing/2014/main" id="{8491C642-372B-CFDD-57C1-AC6B1A1AB6A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33" name="直线连接符 207">
                <a:extLst>
                  <a:ext uri="{FF2B5EF4-FFF2-40B4-BE49-F238E27FC236}">
                    <a16:creationId xmlns:a16="http://schemas.microsoft.com/office/drawing/2014/main" id="{5BE53E80-ADA2-C2DE-5A3B-39B9AE4DA344}"/>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18" name="iṧľîdê">
              <a:extLst>
                <a:ext uri="{FF2B5EF4-FFF2-40B4-BE49-F238E27FC236}">
                  <a16:creationId xmlns:a16="http://schemas.microsoft.com/office/drawing/2014/main" id="{93789F52-F474-84CE-453A-A9D4D6D86A69}"/>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19" name="iṧľîdê">
              <a:extLst>
                <a:ext uri="{FF2B5EF4-FFF2-40B4-BE49-F238E27FC236}">
                  <a16:creationId xmlns:a16="http://schemas.microsoft.com/office/drawing/2014/main" id="{E9B600DA-31A8-66EB-4168-E66E9673ADB1}"/>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4" name="文本占位符 3">
            <a:extLst>
              <a:ext uri="{FF2B5EF4-FFF2-40B4-BE49-F238E27FC236}">
                <a16:creationId xmlns:a16="http://schemas.microsoft.com/office/drawing/2014/main" id="{B0591E54-2E81-2FE3-9C74-BBDEC7970A37}"/>
              </a:ext>
            </a:extLst>
          </p:cNvPr>
          <p:cNvSpPr>
            <a:spLocks noGrp="1"/>
          </p:cNvSpPr>
          <p:nvPr>
            <p:ph type="body" sz="quarter" idx="17"/>
          </p:nvPr>
        </p:nvSpPr>
        <p:spPr>
          <a:xfrm>
            <a:off x="4816494" y="2752346"/>
            <a:ext cx="1681166"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8" name="文本占位符 3">
            <a:extLst>
              <a:ext uri="{FF2B5EF4-FFF2-40B4-BE49-F238E27FC236}">
                <a16:creationId xmlns:a16="http://schemas.microsoft.com/office/drawing/2014/main" id="{7B95B628-056E-C711-22CE-22889CAF2DE3}"/>
              </a:ext>
            </a:extLst>
          </p:cNvPr>
          <p:cNvSpPr>
            <a:spLocks noGrp="1"/>
          </p:cNvSpPr>
          <p:nvPr>
            <p:ph type="body" sz="quarter" idx="18"/>
          </p:nvPr>
        </p:nvSpPr>
        <p:spPr>
          <a:xfrm>
            <a:off x="6747521" y="2753766"/>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49" name="文本占位符 3">
            <a:extLst>
              <a:ext uri="{FF2B5EF4-FFF2-40B4-BE49-F238E27FC236}">
                <a16:creationId xmlns:a16="http://schemas.microsoft.com/office/drawing/2014/main" id="{DC5AC5FA-4268-AD59-C2DC-32B61C99B5A1}"/>
              </a:ext>
            </a:extLst>
          </p:cNvPr>
          <p:cNvSpPr>
            <a:spLocks noGrp="1"/>
          </p:cNvSpPr>
          <p:nvPr>
            <p:ph type="body" sz="quarter" idx="19"/>
          </p:nvPr>
        </p:nvSpPr>
        <p:spPr>
          <a:xfrm>
            <a:off x="4846641" y="3794063"/>
            <a:ext cx="1691034"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0" name="文本占位符 3">
            <a:extLst>
              <a:ext uri="{FF2B5EF4-FFF2-40B4-BE49-F238E27FC236}">
                <a16:creationId xmlns:a16="http://schemas.microsoft.com/office/drawing/2014/main" id="{54C24EDF-3756-22D9-0053-657C102103C6}"/>
              </a:ext>
            </a:extLst>
          </p:cNvPr>
          <p:cNvSpPr>
            <a:spLocks noGrp="1"/>
          </p:cNvSpPr>
          <p:nvPr>
            <p:ph type="body" sz="quarter" idx="20"/>
          </p:nvPr>
        </p:nvSpPr>
        <p:spPr>
          <a:xfrm>
            <a:off x="6725246" y="3766413"/>
            <a:ext cx="1645670"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451" name="文本占位符 3">
            <a:extLst>
              <a:ext uri="{FF2B5EF4-FFF2-40B4-BE49-F238E27FC236}">
                <a16:creationId xmlns:a16="http://schemas.microsoft.com/office/drawing/2014/main" id="{768D25F9-6523-0204-E136-5A7B8A83434F}"/>
              </a:ext>
            </a:extLst>
          </p:cNvPr>
          <p:cNvSpPr>
            <a:spLocks noGrp="1"/>
          </p:cNvSpPr>
          <p:nvPr>
            <p:ph type="body" sz="quarter" idx="21"/>
          </p:nvPr>
        </p:nvSpPr>
        <p:spPr>
          <a:xfrm>
            <a:off x="6734952" y="4801287"/>
            <a:ext cx="1623397" cy="545695"/>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
        <p:nvSpPr>
          <p:cNvPr id="6" name="文本框 5">
            <a:extLst>
              <a:ext uri="{FF2B5EF4-FFF2-40B4-BE49-F238E27FC236}">
                <a16:creationId xmlns:a16="http://schemas.microsoft.com/office/drawing/2014/main" id="{30DE8E4D-FCCA-A0D0-B003-BFEB74F52D4B}"/>
              </a:ext>
            </a:extLst>
          </p:cNvPr>
          <p:cNvSpPr txBox="1"/>
          <p:nvPr userDrawn="1"/>
        </p:nvSpPr>
        <p:spPr>
          <a:xfrm>
            <a:off x="5140712" y="2330605"/>
            <a:ext cx="0" cy="0"/>
          </a:xfrm>
          <a:prstGeom prst="rect">
            <a:avLst/>
          </a:prstGeom>
          <a:noFill/>
        </p:spPr>
        <p:txBody>
          <a:bodyPr wrap="none" lIns="0" tIns="0" rIns="0" bIns="0" rtlCol="0">
            <a:noAutofit/>
          </a:bodyPr>
          <a:lstStyle/>
          <a:p>
            <a:endParaRPr kumimoji="1" lang="zh-CN" altLang="en-US" dirty="0"/>
          </a:p>
        </p:txBody>
      </p:sp>
      <p:sp>
        <p:nvSpPr>
          <p:cNvPr id="10" name="文本占位符 3">
            <a:extLst>
              <a:ext uri="{FF2B5EF4-FFF2-40B4-BE49-F238E27FC236}">
                <a16:creationId xmlns:a16="http://schemas.microsoft.com/office/drawing/2014/main" id="{5C9BEE46-8459-A805-95E3-EB5A940E45D0}"/>
              </a:ext>
            </a:extLst>
          </p:cNvPr>
          <p:cNvSpPr>
            <a:spLocks noGrp="1"/>
          </p:cNvSpPr>
          <p:nvPr>
            <p:ph type="body" sz="quarter" idx="22"/>
          </p:nvPr>
        </p:nvSpPr>
        <p:spPr>
          <a:xfrm>
            <a:off x="6725246" y="1712016"/>
            <a:ext cx="1623395" cy="529857"/>
          </a:xfrm>
        </p:spPr>
        <p:txBody>
          <a:bodyPr/>
          <a:lstStyle>
            <a:lvl1pPr marL="0" indent="0">
              <a:lnSpc>
                <a:spcPct val="130000"/>
              </a:lnSpc>
              <a:spcBef>
                <a:spcPts val="0"/>
              </a:spcBef>
              <a:buNone/>
              <a:defRPr sz="800"/>
            </a:lvl1pPr>
            <a:lvl2pPr>
              <a:defRPr sz="800"/>
            </a:lvl2pPr>
            <a:lvl3pPr>
              <a:defRPr sz="800"/>
            </a:lvl3pPr>
            <a:lvl4pPr>
              <a:defRPr sz="800"/>
            </a:lvl4pPr>
            <a:lvl5pPr>
              <a:defRPr sz="800"/>
            </a:lvl5pPr>
          </a:lstStyle>
          <a:p>
            <a:pPr lvl="0"/>
            <a:endParaRPr kumimoji="1" lang="en-US" altLang="zh-CN" dirty="0"/>
          </a:p>
          <a:p>
            <a:pPr lvl="0"/>
            <a:endParaRPr kumimoji="1" lang="en-US" altLang="zh-CN" dirty="0"/>
          </a:p>
          <a:p>
            <a:pPr lvl="0"/>
            <a:endParaRPr kumimoji="1" lang="en-US" altLang="zh-CN" dirty="0"/>
          </a:p>
          <a:p>
            <a:pPr lvl="0"/>
            <a:endParaRPr kumimoji="1" lang="zh-CN" altLang="en-US" dirty="0"/>
          </a:p>
        </p:txBody>
      </p:sp>
    </p:spTree>
    <p:extLst>
      <p:ext uri="{BB962C8B-B14F-4D97-AF65-F5344CB8AC3E}">
        <p14:creationId xmlns:p14="http://schemas.microsoft.com/office/powerpoint/2010/main" val="36427908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reserve="1" userDrawn="1">
  <p:cSld name="eng">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9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BD0064B7-B0D8-4B3B-BDCF-66C67B4BB4A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306928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reserve="1" userDrawn="1">
  <p:cSld name="cn">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394854" y="1099210"/>
            <a:ext cx="8354291" cy="4659580"/>
          </a:xfrm>
        </p:spPr>
        <p:txBody>
          <a:bodyPr lIns="0" rIns="0">
            <a:noAutofit/>
          </a:bodyPr>
          <a:lstStyle>
            <a:lvl1pPr marL="0" indent="0" algn="just" fontAlgn="ctr" hangingPunct="0">
              <a:buSzPct val="50000"/>
              <a:buFont typeface="Wingdings" panose="05000000000000000000" pitchFamily="2" charset="2"/>
              <a:buNone/>
              <a:defRPr sz="1200">
                <a:latin typeface="Arial" panose="020B0604020202020204" pitchFamily="34" charset="0"/>
                <a:ea typeface="华文细黑" panose="02010600040101010101" pitchFamily="2" charset="-122"/>
                <a:cs typeface="Arial" panose="020B0604020202020204" pitchFamily="34" charset="0"/>
              </a:defRPr>
            </a:lvl1pPr>
            <a:lvl2pPr>
              <a:buNone/>
              <a:defRPr/>
            </a:lvl2pPr>
            <a:lvl3pPr>
              <a:buNone/>
              <a:defRPr/>
            </a:lvl3pPr>
            <a:lvl4pPr>
              <a:buNone/>
              <a:defRPr/>
            </a:lvl4pPr>
            <a:lvl5pPr>
              <a:buNone/>
              <a:defRPr/>
            </a:lvl5pPr>
          </a:lstStyle>
          <a:p>
            <a:pPr lvl="0"/>
            <a:r>
              <a:rPr lang="en-US" altLang="zh-CN" dirty="0"/>
              <a:t>Click to edit Master text styles</a:t>
            </a: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381575" y="3"/>
            <a:ext cx="8354291" cy="856211"/>
          </a:xfrm>
        </p:spPr>
        <p:txBody>
          <a:bodyPr lIns="0" tIns="0" rIns="0" bIns="0" anchor="b" anchorCtr="0">
            <a:normAutofit/>
          </a:bodyPr>
          <a:lstStyle>
            <a:lvl1pPr algn="l">
              <a:lnSpc>
                <a:spcPts val="2909"/>
              </a:lnSpc>
              <a:defRPr sz="3200">
                <a:solidFill>
                  <a:schemeClr val="tx1"/>
                </a:solidFill>
                <a:latin typeface="华文细黑" panose="02010600040101010101" pitchFamily="2" charset="-122"/>
                <a:ea typeface="华文细黑" panose="02010600040101010101" pitchFamily="2" charset="-122"/>
              </a:defRPr>
            </a:lvl1pPr>
          </a:lstStyle>
          <a:p>
            <a:r>
              <a:rPr lang="en-US" altLang="zh-CN" dirty="0"/>
              <a:t>Click to edit Master title style</a:t>
            </a:r>
            <a:endParaRPr lang="zh-CN" altLang="en-US" dirty="0"/>
          </a:p>
        </p:txBody>
      </p:sp>
      <p:sp>
        <p:nvSpPr>
          <p:cNvPr id="8" name="DOCUMENT ID" hidden="1"/>
          <p:cNvSpPr txBox="1"/>
          <p:nvPr userDrawn="1">
            <p:custDataLst>
              <p:tags r:id="rId3"/>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3" name="DraftStamp" hidden="1"/>
          <p:cNvSpPr txBox="1"/>
          <p:nvPr userDrawn="1">
            <p:custDataLst>
              <p:tags r:id="rId4"/>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9" name="图片 8">
            <a:extLst>
              <a:ext uri="{FF2B5EF4-FFF2-40B4-BE49-F238E27FC236}">
                <a16:creationId xmlns:a16="http://schemas.microsoft.com/office/drawing/2014/main" id="{BD0064B7-B0D8-4B3B-BDCF-66C67B4BB4A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Slide Number Textbox">
            <a:extLst>
              <a:ext uri="{FF2B5EF4-FFF2-40B4-BE49-F238E27FC236}">
                <a16:creationId xmlns:a16="http://schemas.microsoft.com/office/drawing/2014/main" id="{C4BAC222-ECE1-9E11-D905-F1077D566615}"/>
              </a:ext>
            </a:extLst>
          </p:cNvPr>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291680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1x1 Full Height">
    <p:spTree>
      <p:nvGrpSpPr>
        <p:cNvPr id="1" name=""/>
        <p:cNvGrpSpPr/>
        <p:nvPr/>
      </p:nvGrpSpPr>
      <p:grpSpPr>
        <a:xfrm>
          <a:off x="0" y="0"/>
          <a:ext cx="0" cy="0"/>
          <a:chOff x="0" y="0"/>
          <a:chExt cx="0" cy="0"/>
        </a:xfrm>
      </p:grpSpPr>
      <p:sp>
        <p:nvSpPr>
          <p:cNvPr id="14" name="LAYOUT SOURCE"/>
          <p:cNvSpPr>
            <a:spLocks noGrp="1"/>
          </p:cNvSpPr>
          <p:nvPr>
            <p:ph type="body" idx="15" hasCustomPrompt="1"/>
            <p:custDataLst>
              <p:tags r:id="rId1"/>
            </p:custDataLst>
          </p:nvPr>
        </p:nvSpPr>
        <p:spPr>
          <a:xfrm>
            <a:off x="382385" y="5785140"/>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2"/>
            </p:custDataLst>
          </p:nvPr>
        </p:nvSpPr>
        <p:spPr>
          <a:xfrm>
            <a:off x="382385" y="1687485"/>
            <a:ext cx="8354291" cy="4006735"/>
          </a:xfrm>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华文细黑" panose="02010600040101010101" pitchFamily="2" charset="-122"/>
                <a:ea typeface="华文细黑" panose="02010600040101010101" pitchFamily="2" charset="-122"/>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defTabSz="831281">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3"/>
            </p:custDataLst>
          </p:nvPr>
        </p:nvSpPr>
        <p:spPr>
          <a:xfrm>
            <a:off x="382385" y="1244873"/>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Click to edit Master title style</a:t>
            </a:r>
            <a:endParaRPr lang="zh-CN" altLang="en-US" dirty="0"/>
          </a:p>
        </p:txBody>
      </p:sp>
      <p:sp>
        <p:nvSpPr>
          <p:cNvPr id="10" name="DOCUMENT ID" hidden="1"/>
          <p:cNvSpPr txBox="1"/>
          <p:nvPr userDrawn="1">
            <p:custDataLst>
              <p:tags r:id="rId5"/>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6"/>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12" name="图片 11">
            <a:extLst>
              <a:ext uri="{FF2B5EF4-FFF2-40B4-BE49-F238E27FC236}">
                <a16:creationId xmlns:a16="http://schemas.microsoft.com/office/drawing/2014/main" id="{2CE96D72-E00A-4958-9743-AB747035BC6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4" name="灯片编号占位符 5">
            <a:extLst>
              <a:ext uri="{FF2B5EF4-FFF2-40B4-BE49-F238E27FC236}">
                <a16:creationId xmlns:a16="http://schemas.microsoft.com/office/drawing/2014/main" id="{11D51D51-FECB-7BF3-0334-F80FC4E20690}"/>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2926818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1x1">
    <p:spTree>
      <p:nvGrpSpPr>
        <p:cNvPr id="1" name=""/>
        <p:cNvGrpSpPr/>
        <p:nvPr/>
      </p:nvGrpSpPr>
      <p:grpSpPr>
        <a:xfrm>
          <a:off x="0" y="0"/>
          <a:ext cx="0" cy="0"/>
          <a:chOff x="0" y="0"/>
          <a:chExt cx="0" cy="0"/>
        </a:xfrm>
      </p:grpSpPr>
      <p:sp>
        <p:nvSpPr>
          <p:cNvPr id="12" name="LAYOUT SOURCE"/>
          <p:cNvSpPr>
            <a:spLocks noGrp="1"/>
          </p:cNvSpPr>
          <p:nvPr>
            <p:ph type="body" idx="17" hasCustomPrompt="1"/>
            <p:custDataLst>
              <p:tags r:id="rId1"/>
            </p:custDataLst>
          </p:nvPr>
        </p:nvSpPr>
        <p:spPr>
          <a:xfrm>
            <a:off x="382385" y="5758522"/>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11" name="LAYOUT BODY"/>
          <p:cNvSpPr>
            <a:spLocks noGrp="1"/>
          </p:cNvSpPr>
          <p:nvPr>
            <p:ph idx="16" hasCustomPrompt="1"/>
            <p:custDataLst>
              <p:tags r:id="rId2"/>
            </p:custDataLst>
          </p:nvPr>
        </p:nvSpPr>
        <p:spPr>
          <a:xfrm>
            <a:off x="382385" y="4010785"/>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mn-lt"/>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3" name="LAYOUT HEADER"/>
          <p:cNvSpPr>
            <a:spLocks noGrp="1"/>
          </p:cNvSpPr>
          <p:nvPr>
            <p:ph type="body" idx="18" hasCustomPrompt="1"/>
            <p:custDataLst>
              <p:tags r:id="rId3"/>
            </p:custDataLst>
          </p:nvPr>
        </p:nvSpPr>
        <p:spPr>
          <a:xfrm>
            <a:off x="382385" y="3685663"/>
            <a:ext cx="8354291" cy="323273"/>
          </a:xfrm>
          <a:noFill/>
        </p:spPr>
        <p:txBody>
          <a:bodyPr lIns="0" tIns="0" rIns="0" bIns="36564" anchor="t" anchorCtr="0">
            <a:noAutofit/>
          </a:bodyPr>
          <a:lstStyle>
            <a:lvl1pPr marL="0" indent="0">
              <a:buNone/>
              <a:defRPr lang="en-US" altLang="zh-CN" sz="1600" b="1" kern="1200" baseline="0" dirty="0">
                <a:solidFill>
                  <a:schemeClr val="tx1"/>
                </a:solidFill>
                <a:latin typeface="华文细黑" panose="02010600040101010101" pitchFamily="2" charset="-122"/>
                <a:ea typeface="华文细黑" panose="02010600040101010101" pitchFamily="2" charset="-122"/>
                <a:cs typeface="+mn-cs"/>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lvl="0" indent="0" algn="l" defTabSz="913832" rtl="0" eaLnBrk="1" fontAlgn="ctr" latinLnBrk="0" hangingPunct="1">
              <a:spcBef>
                <a:spcPts val="1273"/>
              </a:spcBef>
              <a:buClr>
                <a:schemeClr val="tx2"/>
              </a:buClr>
              <a:buSzPct val="50000"/>
              <a:buFont typeface="Wingdings" panose="05000000000000000000" pitchFamily="2" charset="2"/>
              <a:buNone/>
            </a:pPr>
            <a:r>
              <a:rPr lang="en-US" altLang="zh-CN" dirty="0"/>
              <a:t>&lt;&lt;Layout heading&gt;&gt;</a:t>
            </a:r>
          </a:p>
        </p:txBody>
      </p:sp>
      <p:sp>
        <p:nvSpPr>
          <p:cNvPr id="14" name="LAYOUT SOURCE"/>
          <p:cNvSpPr>
            <a:spLocks noGrp="1"/>
          </p:cNvSpPr>
          <p:nvPr>
            <p:ph type="body" idx="15" hasCustomPrompt="1"/>
            <p:custDataLst>
              <p:tags r:id="rId4"/>
            </p:custDataLst>
          </p:nvPr>
        </p:nvSpPr>
        <p:spPr>
          <a:xfrm>
            <a:off x="382385" y="3358346"/>
            <a:ext cx="8354291"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3" name="LAYOUT BODY"/>
          <p:cNvSpPr>
            <a:spLocks noGrp="1"/>
          </p:cNvSpPr>
          <p:nvPr>
            <p:ph idx="1" hasCustomPrompt="1"/>
            <p:custDataLst>
              <p:tags r:id="rId5"/>
            </p:custDataLst>
          </p:nvPr>
        </p:nvSpPr>
        <p:spPr>
          <a:xfrm>
            <a:off x="382385" y="1687486"/>
            <a:ext cx="8354291" cy="1670858"/>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18" name="LAYOUT HEADER"/>
          <p:cNvSpPr>
            <a:spLocks noGrp="1"/>
          </p:cNvSpPr>
          <p:nvPr>
            <p:ph type="body" idx="14" hasCustomPrompt="1"/>
            <p:custDataLst>
              <p:tags r:id="rId6"/>
            </p:custDataLst>
          </p:nvPr>
        </p:nvSpPr>
        <p:spPr>
          <a:xfrm>
            <a:off x="382385" y="1362364"/>
            <a:ext cx="8354291"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4"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7"/>
            </p:custDataLst>
          </p:nvPr>
        </p:nvSpPr>
        <p:spPr>
          <a:xfrm>
            <a:off x="382385" y="3"/>
            <a:ext cx="8354291" cy="856211"/>
          </a:xfrm>
        </p:spPr>
        <p:txBody>
          <a:bodyPr vert="horz" lIns="0" tIns="0" rIns="0" bIns="0" rtlCol="0" anchor="b" anchorCtr="0">
            <a:normAutofit/>
          </a:bodyPr>
          <a:lstStyle>
            <a:lvl1pPr>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0" name="DOCUMENT ID" hidden="1"/>
          <p:cNvSpPr txBox="1"/>
          <p:nvPr userDrawn="1">
            <p:custDataLst>
              <p:tags r:id="rId8"/>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9"/>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16" name="图片 15">
            <a:extLst>
              <a:ext uri="{FF2B5EF4-FFF2-40B4-BE49-F238E27FC236}">
                <a16:creationId xmlns:a16="http://schemas.microsoft.com/office/drawing/2014/main" id="{F115B0EE-7AD8-4436-8D83-79D95C7C40B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5" name="文本框 4">
            <a:extLst>
              <a:ext uri="{FF2B5EF4-FFF2-40B4-BE49-F238E27FC236}">
                <a16:creationId xmlns:a16="http://schemas.microsoft.com/office/drawing/2014/main" id="{67D795A6-94EF-E1C2-C14A-7C1FFC0BB025}"/>
              </a:ext>
            </a:extLst>
          </p:cNvPr>
          <p:cNvSpPr txBox="1"/>
          <p:nvPr userDrawn="1"/>
        </p:nvSpPr>
        <p:spPr>
          <a:xfrm>
            <a:off x="7021584" y="651290"/>
            <a:ext cx="1803761" cy="277320"/>
          </a:xfrm>
          <a:prstGeom prst="rect">
            <a:avLst/>
          </a:prstGeom>
          <a:noFill/>
        </p:spPr>
        <p:txBody>
          <a:bodyPr wrap="square" rtlCol="0">
            <a:spAutoFit/>
          </a:bodyPr>
          <a:lstStyle/>
          <a:p>
            <a:pPr algn="r">
              <a:lnSpc>
                <a:spcPct val="120000"/>
              </a:lnSpc>
            </a:pPr>
            <a:r>
              <a:rPr lang="en-US" altLang="zh-CN" sz="1100" b="0" dirty="0">
                <a:solidFill>
                  <a:schemeClr val="tx1"/>
                </a:solidFill>
                <a:latin typeface="华文细黑" panose="02010600040101010101" pitchFamily="2" charset="-122"/>
                <a:ea typeface="华文细黑" panose="02010600040101010101" pitchFamily="2" charset="-122"/>
              </a:rPr>
              <a:t>Simply Light Up Wealth</a:t>
            </a:r>
            <a:endParaRPr lang="zh-CN" altLang="en-US" sz="1100" b="0" dirty="0">
              <a:solidFill>
                <a:schemeClr val="tx1"/>
              </a:solidFill>
              <a:latin typeface="华文细黑" panose="02010600040101010101" pitchFamily="2" charset="-122"/>
              <a:ea typeface="华文细黑" panose="02010600040101010101" pitchFamily="2" charset="-122"/>
            </a:endParaRPr>
          </a:p>
        </p:txBody>
      </p:sp>
      <p:sp>
        <p:nvSpPr>
          <p:cNvPr id="4" name="灯片编号占位符 5">
            <a:extLst>
              <a:ext uri="{FF2B5EF4-FFF2-40B4-BE49-F238E27FC236}">
                <a16:creationId xmlns:a16="http://schemas.microsoft.com/office/drawing/2014/main" id="{D839648D-1931-B81E-2DB5-A437B86545C5}"/>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248862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2x1 Full Height">
    <p:spTree>
      <p:nvGrpSpPr>
        <p:cNvPr id="1" name=""/>
        <p:cNvGrpSpPr/>
        <p:nvPr/>
      </p:nvGrpSpPr>
      <p:grpSpPr>
        <a:xfrm>
          <a:off x="0" y="0"/>
          <a:ext cx="0" cy="0"/>
          <a:chOff x="0" y="0"/>
          <a:chExt cx="0" cy="0"/>
        </a:xfrm>
      </p:grpSpPr>
      <p:sp>
        <p:nvSpPr>
          <p:cNvPr id="12" name="LAYOUT SOURCE"/>
          <p:cNvSpPr>
            <a:spLocks noGrp="1"/>
          </p:cNvSpPr>
          <p:nvPr>
            <p:ph type="body" idx="18" hasCustomPrompt="1"/>
            <p:custDataLst>
              <p:tags r:id="rId1"/>
            </p:custDataLst>
          </p:nvPr>
        </p:nvSpPr>
        <p:spPr>
          <a:xfrm>
            <a:off x="4688378" y="5758469"/>
            <a:ext cx="4031673" cy="174567"/>
          </a:xfrm>
          <a:noFill/>
        </p:spPr>
        <p:txBody>
          <a:bodyPr lIns="0" tIns="54846" rIns="0" bIns="0" anchor="b">
            <a:noAutofit/>
          </a:bodyPr>
          <a:lstStyle>
            <a:lvl1pPr marL="0" indent="0">
              <a:buNone/>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Source:</a:t>
            </a:r>
          </a:p>
        </p:txBody>
      </p:sp>
      <p:sp>
        <p:nvSpPr>
          <p:cNvPr id="22" name="LAYOUT HEADER"/>
          <p:cNvSpPr>
            <a:spLocks noGrp="1"/>
          </p:cNvSpPr>
          <p:nvPr>
            <p:ph type="body" idx="19" hasCustomPrompt="1"/>
            <p:custDataLst>
              <p:tags r:id="rId2"/>
            </p:custDataLst>
          </p:nvPr>
        </p:nvSpPr>
        <p:spPr>
          <a:xfrm>
            <a:off x="4688378"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sp>
        <p:nvSpPr>
          <p:cNvPr id="14" name="LAYOUT SOURCE"/>
          <p:cNvSpPr>
            <a:spLocks noGrp="1"/>
          </p:cNvSpPr>
          <p:nvPr>
            <p:ph type="body" idx="15" hasCustomPrompt="1"/>
            <p:custDataLst>
              <p:tags r:id="rId3"/>
            </p:custDataLst>
          </p:nvPr>
        </p:nvSpPr>
        <p:spPr>
          <a:xfrm>
            <a:off x="382385" y="5758469"/>
            <a:ext cx="4031673" cy="174567"/>
          </a:xfrm>
          <a:noFill/>
        </p:spPr>
        <p:txBody>
          <a:bodyPr lIns="0" tIns="54846" rIns="0" bIns="0" anchor="b">
            <a:noAutofit/>
          </a:bodyPr>
          <a:lstStyle>
            <a:lvl1pPr marL="0" marR="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sz="1091" b="0" baseline="0">
                <a:solidFill>
                  <a:schemeClr val="tx1"/>
                </a:solidFill>
                <a:latin typeface="+mn-lt"/>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marL="0" marR="0" lvl="0" indent="0" algn="l" defTabSz="913832" rtl="0" eaLnBrk="1" fontAlgn="auto" latinLnBrk="0" hangingPunct="1">
              <a:lnSpc>
                <a:spcPct val="100000"/>
              </a:lnSpc>
              <a:spcBef>
                <a:spcPts val="1273"/>
              </a:spcBef>
              <a:spcAft>
                <a:spcPts val="0"/>
              </a:spcAft>
              <a:buClr>
                <a:schemeClr val="tx2"/>
              </a:buClr>
              <a:buSzPct val="100000"/>
              <a:buFont typeface="Symbol" panose="05050102010706020507" pitchFamily="18" charset="2"/>
              <a:buNone/>
              <a:tabLst/>
              <a:defRPr/>
            </a:pPr>
            <a:r>
              <a:rPr lang="en-US" altLang="zh-CN" dirty="0"/>
              <a:t>Source:</a:t>
            </a:r>
            <a:endParaRPr lang="zh-CN" altLang="en-US" dirty="0"/>
          </a:p>
        </p:txBody>
      </p:sp>
      <p:sp>
        <p:nvSpPr>
          <p:cNvPr id="21" name="LAYOUT HEADER"/>
          <p:cNvSpPr>
            <a:spLocks noGrp="1"/>
          </p:cNvSpPr>
          <p:nvPr>
            <p:ph type="body" idx="14" hasCustomPrompt="1"/>
            <p:custDataLst>
              <p:tags r:id="rId4"/>
            </p:custDataLst>
          </p:nvPr>
        </p:nvSpPr>
        <p:spPr>
          <a:xfrm>
            <a:off x="382385" y="1234902"/>
            <a:ext cx="4031673" cy="323273"/>
          </a:xfrm>
          <a:noFill/>
        </p:spPr>
        <p:txBody>
          <a:bodyPr lIns="0" tIns="0" rIns="0" bIns="36564" anchor="t" anchorCtr="0">
            <a:noAutofit/>
          </a:bodyPr>
          <a:lstStyle>
            <a:lvl1pPr marL="0" indent="0">
              <a:buNone/>
              <a:defRPr sz="1600" b="1" baseline="0">
                <a:solidFill>
                  <a:schemeClr val="tx1"/>
                </a:solidFill>
                <a:latin typeface="华文细黑" panose="02010600040101010101" pitchFamily="2" charset="-122"/>
                <a:ea typeface="华文细黑" panose="02010600040101010101" pitchFamily="2" charset="-122"/>
              </a:defRPr>
            </a:lvl1pPr>
            <a:lvl2pPr marL="457205" indent="0">
              <a:buNone/>
              <a:defRPr sz="2000" b="1"/>
            </a:lvl2pPr>
            <a:lvl3pPr marL="913832" indent="0">
              <a:buNone/>
              <a:defRPr sz="1818" b="1"/>
            </a:lvl3pPr>
            <a:lvl4pPr marL="1371036" indent="0">
              <a:buNone/>
              <a:defRPr sz="1636" b="1"/>
            </a:lvl4pPr>
            <a:lvl5pPr marL="1828241" indent="0">
              <a:buNone/>
              <a:defRPr sz="1636" b="1"/>
            </a:lvl5pPr>
            <a:lvl6pPr marL="2285446" indent="0">
              <a:buNone/>
              <a:defRPr sz="1636" b="1"/>
            </a:lvl6pPr>
            <a:lvl7pPr marL="2742073" indent="0">
              <a:buNone/>
              <a:defRPr sz="1636" b="1"/>
            </a:lvl7pPr>
            <a:lvl8pPr marL="3199277" indent="0">
              <a:buNone/>
              <a:defRPr sz="1636" b="1"/>
            </a:lvl8pPr>
            <a:lvl9pPr marL="3656482" indent="0">
              <a:buNone/>
              <a:defRPr sz="1636" b="1"/>
            </a:lvl9pPr>
          </a:lstStyle>
          <a:p>
            <a:pPr lvl="0"/>
            <a:r>
              <a:rPr lang="en-US" altLang="zh-CN" dirty="0"/>
              <a:t>&lt;&lt;Layout heading&gt;&gt;</a:t>
            </a:r>
          </a:p>
        </p:txBody>
      </p:sp>
      <p:cxnSp>
        <p:nvCxnSpPr>
          <p:cNvPr id="59" name="THIN BLUE LINE"/>
          <p:cNvCxnSpPr/>
          <p:nvPr/>
        </p:nvCxnSpPr>
        <p:spPr>
          <a:xfrm>
            <a:off x="382385"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PAGE HEADING"/>
          <p:cNvSpPr>
            <a:spLocks noGrp="1"/>
          </p:cNvSpPr>
          <p:nvPr>
            <p:ph type="title" hasCustomPrompt="1"/>
            <p:custDataLst>
              <p:tags r:id="rId5"/>
            </p:custDataLst>
          </p:nvPr>
        </p:nvSpPr>
        <p:spPr>
          <a:xfrm>
            <a:off x="382385" y="3"/>
            <a:ext cx="8354291" cy="856211"/>
          </a:xfrm>
        </p:spPr>
        <p:txBody>
          <a:bodyPr vert="horz" lIns="0" tIns="0" rIns="0" bIns="0" rtlCol="0" anchor="b" anchorCtr="0">
            <a:normAutofit/>
          </a:bodyPr>
          <a:lstStyle>
            <a:lvl1pPr>
              <a:lnSpc>
                <a:spcPts val="2909"/>
              </a:lnSpc>
              <a:defRPr lang="en-US" sz="3200" b="0" baseline="0" dirty="0">
                <a:latin typeface="华文细黑" panose="02010600040101010101" pitchFamily="2" charset="-122"/>
                <a:ea typeface="华文细黑" panose="02010600040101010101" pitchFamily="2" charset="-122"/>
              </a:defRPr>
            </a:lvl1pPr>
          </a:lstStyle>
          <a:p>
            <a:pPr lvl="0">
              <a:lnSpc>
                <a:spcPct val="85000"/>
              </a:lnSpc>
            </a:pPr>
            <a:r>
              <a:rPr lang="en-US" altLang="zh-CN" dirty="0"/>
              <a:t>&lt;&lt;Page heading&gt;&gt;</a:t>
            </a:r>
            <a:endParaRPr lang="zh-CN" altLang="en-US" dirty="0"/>
          </a:p>
        </p:txBody>
      </p:sp>
      <p:sp>
        <p:nvSpPr>
          <p:cNvPr id="13" name="DOCUMENT ID" hidden="1"/>
          <p:cNvSpPr txBox="1"/>
          <p:nvPr userDrawn="1">
            <p:custDataLst>
              <p:tags r:id="rId6"/>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pPr marL="0" marR="0" lvl="0" indent="0" algn="r" defTabSz="913832" rtl="0" eaLnBrk="1" fontAlgn="base" latinLnBrk="0" hangingPunct="1">
              <a:lnSpc>
                <a:spcPct val="100000"/>
              </a:lnSpc>
              <a:spcBef>
                <a:spcPct val="20000"/>
              </a:spcBef>
              <a:spcAft>
                <a:spcPct val="0"/>
              </a:spcAft>
              <a:buClrTx/>
              <a:buSzPct val="120000"/>
              <a:buFont typeface="Symbol" panose="05050102010706020507" pitchFamily="18" charset="2"/>
              <a:buNone/>
              <a:tabLst/>
              <a:defRPr/>
            </a:pP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DIR\</a:t>
            </a:r>
            <a:r>
              <a:rPr kumimoji="0" lang="en-US" altLang="zh-CN" sz="545" b="0" i="0" u="none" strike="noStrike" kern="1200" cap="none" spc="0" normalizeH="0" baseline="0" noProof="0" dirty="0" err="1">
                <a:ln>
                  <a:noFill/>
                </a:ln>
                <a:solidFill>
                  <a:srgbClr val="616161"/>
                </a:solidFill>
                <a:effectLst/>
                <a:uLnTx/>
                <a:uFillTx/>
                <a:latin typeface="Frutiger 55 Roman"/>
                <a:ea typeface="MS PGothic"/>
                <a:cs typeface="Arial" panose="020B0604020202020204" pitchFamily="34" charset="0"/>
              </a:rPr>
              <a:t>pravesh.vishwakarma</a:t>
            </a:r>
            <a:r>
              <a:rPr kumimoji="0" lang="en-US" altLang="zh-CN" sz="545" b="0" i="0" u="none" strike="noStrike" kern="1200" cap="none" spc="0" normalizeH="0" baseline="0" noProof="0" dirty="0">
                <a:ln>
                  <a:noFill/>
                </a:ln>
                <a:solidFill>
                  <a:srgbClr val="616161"/>
                </a:solidFill>
                <a:effectLst/>
                <a:uLnTx/>
                <a:uFillTx/>
                <a:latin typeface="Frutiger 55 Roman"/>
                <a:ea typeface="MS PGothic"/>
                <a:cs typeface="Arial" panose="020B0604020202020204" pitchFamily="34" charset="0"/>
              </a:rPr>
              <a:t>[printed:____][saved:3/4/20164:33:56PM]Z:\CrossMedia\INCL00002193779\CompletedFiles\Pravesh.pptx</a:t>
            </a:r>
          </a:p>
        </p:txBody>
      </p:sp>
      <p:sp>
        <p:nvSpPr>
          <p:cNvPr id="2" name="DraftStamp" hidden="1"/>
          <p:cNvSpPr txBox="1"/>
          <p:nvPr userDrawn="1">
            <p:custDataLst>
              <p:tags r:id="rId7"/>
            </p:custDataLst>
          </p:nvPr>
        </p:nvSpPr>
        <p:spPr>
          <a:xfrm>
            <a:off x="382385" y="230909"/>
            <a:ext cx="981364" cy="300182"/>
          </a:xfrm>
          <a:prstGeom prst="rect">
            <a:avLst/>
          </a:prstGeom>
          <a:noFill/>
        </p:spPr>
        <p:txBody>
          <a:bodyPr vert="horz" wrap="none" lIns="0" tIns="0" rIns="0" bIns="0" rtlCol="0" anchor="b">
            <a:noAutofit/>
          </a:bodyPr>
          <a:lstStyle/>
          <a:p>
            <a:pPr marL="0" marR="0" lvl="0" indent="0" algn="l" defTabSz="831281" rtl="0" eaLnBrk="0" fontAlgn="base" latinLnBrk="0" hangingPunct="0">
              <a:lnSpc>
                <a:spcPct val="100000"/>
              </a:lnSpc>
              <a:spcBef>
                <a:spcPct val="0"/>
              </a:spcBef>
              <a:spcAft>
                <a:spcPct val="0"/>
              </a:spcAft>
              <a:buClrTx/>
              <a:buSzTx/>
              <a:buFontTx/>
              <a:buNone/>
              <a:tabLst/>
              <a:defRPr/>
            </a:pPr>
            <a:r>
              <a:rPr kumimoji="0" lang="zh-CN" altLang="en-US" sz="2182" b="1" i="0" u="none" strike="noStrike" kern="1200" cap="none" spc="0" normalizeH="0" baseline="0" noProof="0">
                <a:ln>
                  <a:noFill/>
                </a:ln>
                <a:solidFill>
                  <a:srgbClr val="E60000"/>
                </a:solidFill>
                <a:effectLst/>
                <a:uLnTx/>
                <a:uFillTx/>
                <a:latin typeface="Frutiger 55 Roman" pitchFamily="34" charset="0"/>
                <a:ea typeface="MS PGothic" panose="020B0600070205080204" pitchFamily="34" charset="-128"/>
                <a:cs typeface="+mn-cs"/>
              </a:rPr>
              <a:t>草稿</a:t>
            </a:r>
            <a:endParaRPr kumimoji="0" lang="zh-CN" altLang="en-US" sz="2182" b="1" i="0" u="none" strike="noStrike" kern="1200" cap="none" spc="0" normalizeH="0" baseline="0" noProof="0" dirty="0">
              <a:ln>
                <a:noFill/>
              </a:ln>
              <a:solidFill>
                <a:srgbClr val="E60000"/>
              </a:solidFill>
              <a:effectLst/>
              <a:uLnTx/>
              <a:uFillTx/>
              <a:latin typeface="Frutiger 55 Roman" pitchFamily="34" charset="0"/>
              <a:ea typeface="MS PGothic" panose="020B0600070205080204" pitchFamily="34" charset="-128"/>
              <a:cs typeface="+mn-cs"/>
            </a:endParaRPr>
          </a:p>
        </p:txBody>
      </p:sp>
      <p:pic>
        <p:nvPicPr>
          <p:cNvPr id="16" name="图片 15">
            <a:extLst>
              <a:ext uri="{FF2B5EF4-FFF2-40B4-BE49-F238E27FC236}">
                <a16:creationId xmlns:a16="http://schemas.microsoft.com/office/drawing/2014/main" id="{C1F4BB96-DF46-470B-94FA-1BC2E69041BC}"/>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82386" y="6243896"/>
            <a:ext cx="1089026" cy="325652"/>
          </a:xfrm>
          <a:prstGeom prst="rect">
            <a:avLst/>
          </a:prstGeom>
        </p:spPr>
      </p:pic>
      <p:sp>
        <p:nvSpPr>
          <p:cNvPr id="23" name="LAYOUT BODY">
            <a:extLst>
              <a:ext uri="{FF2B5EF4-FFF2-40B4-BE49-F238E27FC236}">
                <a16:creationId xmlns:a16="http://schemas.microsoft.com/office/drawing/2014/main" id="{CDA50667-4CAA-4AD8-B4C3-C14ECC32B3BA}"/>
              </a:ext>
            </a:extLst>
          </p:cNvPr>
          <p:cNvSpPr>
            <a:spLocks noGrp="1"/>
          </p:cNvSpPr>
          <p:nvPr>
            <p:ph idx="1" hasCustomPrompt="1"/>
            <p:custDataLst>
              <p:tags r:id="rId8"/>
            </p:custDataLst>
          </p:nvPr>
        </p:nvSpPr>
        <p:spPr>
          <a:xfrm>
            <a:off x="382385"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24" name="LAYOUT BODY">
            <a:extLst>
              <a:ext uri="{FF2B5EF4-FFF2-40B4-BE49-F238E27FC236}">
                <a16:creationId xmlns:a16="http://schemas.microsoft.com/office/drawing/2014/main" id="{BE2254A9-CF00-4063-97CE-F93CF29D3C80}"/>
              </a:ext>
            </a:extLst>
          </p:cNvPr>
          <p:cNvSpPr>
            <a:spLocks noGrp="1"/>
          </p:cNvSpPr>
          <p:nvPr>
            <p:ph idx="20" hasCustomPrompt="1"/>
            <p:custDataLst>
              <p:tags r:id="rId9"/>
            </p:custDataLst>
          </p:nvPr>
        </p:nvSpPr>
        <p:spPr>
          <a:xfrm>
            <a:off x="4688377" y="1687486"/>
            <a:ext cx="4031673" cy="4006734"/>
          </a:xfrm>
          <a:noFill/>
        </p:spPr>
        <p:txBody>
          <a:bodyPr lIns="0" tIns="0" rIns="0" bIns="0">
            <a:noAutofit/>
          </a:bodyPr>
          <a:lstStyle>
            <a:lvl1pPr marL="285750" indent="-285750" fontAlgn="ctr">
              <a:buClr>
                <a:schemeClr val="tx2"/>
              </a:buClr>
              <a:buSzPct val="50000"/>
              <a:buFont typeface="Wingdings" panose="05000000000000000000" pitchFamily="2" charset="2"/>
              <a:buChar char="l"/>
              <a:defRPr sz="1600">
                <a:latin typeface="+mn-lt"/>
              </a:defRPr>
            </a:lvl1pPr>
            <a:lvl2pPr marL="414486" indent="-209552">
              <a:defRPr sz="1455">
                <a:latin typeface="Frutiger 55 Roman" pitchFamily="34" charset="0"/>
              </a:defRPr>
            </a:lvl2pPr>
            <a:lvl3pPr marL="626347" indent="-206666">
              <a:buFont typeface="Arial" panose="020B0604020202020204" pitchFamily="34" charset="0"/>
              <a:buChar char="–"/>
              <a:defRPr sz="1455">
                <a:latin typeface="Frutiger 55 Roman" pitchFamily="34" charset="0"/>
              </a:defRPr>
            </a:lvl3pPr>
            <a:lvl4pPr marL="831281" indent="-204934">
              <a:buSzPct val="84000"/>
              <a:defRPr sz="1455">
                <a:latin typeface="Frutiger 55 Roman" pitchFamily="34" charset="0"/>
              </a:defRPr>
            </a:lvl4pPr>
            <a:lvl5pPr marL="1047183" indent="-215902">
              <a:buSzPct val="84000"/>
              <a:buFont typeface="Arial" panose="020B0604020202020204" pitchFamily="34" charset="0"/>
              <a:buChar char="–"/>
              <a:defRPr sz="1455">
                <a:latin typeface="Frutiger 55 Roman" pitchFamily="34" charset="0"/>
              </a:defRPr>
            </a:lvl5pPr>
          </a:lstStyle>
          <a:p>
            <a:pPr lvl="0"/>
            <a:r>
              <a:rPr lang="en-US" altLang="zh-CN" dirty="0"/>
              <a:t>Click to edit Master text styles</a:t>
            </a:r>
          </a:p>
        </p:txBody>
      </p:sp>
      <p:sp>
        <p:nvSpPr>
          <p:cNvPr id="4" name="灯片编号占位符 5">
            <a:extLst>
              <a:ext uri="{FF2B5EF4-FFF2-40B4-BE49-F238E27FC236}">
                <a16:creationId xmlns:a16="http://schemas.microsoft.com/office/drawing/2014/main" id="{3918FA7F-092F-2BA0-EFCB-383B15C59674}"/>
              </a:ext>
            </a:extLst>
          </p:cNvPr>
          <p:cNvSpPr txBox="1">
            <a:spLocks/>
          </p:cNvSpPr>
          <p:nvPr userDrawn="1"/>
        </p:nvSpPr>
        <p:spPr>
          <a:xfrm>
            <a:off x="7728007" y="6290925"/>
            <a:ext cx="1089026"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1393C2-F1C5-4805-B875-4B2D6AB39B99}" type="slidenum">
              <a:rPr lang="zh-CN" altLang="en-US" sz="1000" i="0" smtClean="0">
                <a:solidFill>
                  <a:srgbClr val="C00000"/>
                </a:solidFill>
                <a:latin typeface="+mn-ea"/>
                <a:ea typeface="+mn-ea"/>
              </a:rPr>
              <a:pPr/>
              <a:t>‹#›</a:t>
            </a:fld>
            <a:endParaRPr lang="zh-CN" altLang="en-US" sz="1000" i="0" dirty="0">
              <a:solidFill>
                <a:srgbClr val="C00000"/>
              </a:solidFill>
              <a:latin typeface="+mn-ea"/>
              <a:ea typeface="+mn-ea"/>
            </a:endParaRPr>
          </a:p>
        </p:txBody>
      </p:sp>
    </p:spTree>
    <p:extLst>
      <p:ext uri="{BB962C8B-B14F-4D97-AF65-F5344CB8AC3E}">
        <p14:creationId xmlns:p14="http://schemas.microsoft.com/office/powerpoint/2010/main" val="204769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34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userDrawn="1">
  <p:cSld name="content">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pic>
        <p:nvPicPr>
          <p:cNvPr id="5" name="Picture 9">
            <a:extLst>
              <a:ext uri="{FF2B5EF4-FFF2-40B4-BE49-F238E27FC236}">
                <a16:creationId xmlns:a16="http://schemas.microsoft.com/office/drawing/2014/main" id="{4EEBF0D8-0352-0152-A396-9F58023E2E18}"/>
              </a:ext>
            </a:extLst>
          </p:cNvPr>
          <p:cNvPicPr>
            <a:picLocks noChangeAspect="1"/>
          </p:cNvPicPr>
          <p:nvPr userDrawn="1">
            <p:custDataLst>
              <p:tags r:id="rId3"/>
            </p:custDataLst>
          </p:nvPr>
        </p:nvPicPr>
        <p:blipFill>
          <a:blip r:embed="rId6" cstate="print">
            <a:extLst>
              <a:ext uri="{28A0092B-C50C-407E-A947-70E740481C1C}">
                <a14:useLocalDpi xmlns:a14="http://schemas.microsoft.com/office/drawing/2010/main" val="0"/>
              </a:ext>
            </a:extLst>
          </a:blip>
          <a:srcRect/>
          <a:stretch/>
        </p:blipFill>
        <p:spPr>
          <a:xfrm>
            <a:off x="382386" y="6316373"/>
            <a:ext cx="1094450" cy="327274"/>
          </a:xfrm>
          <a:prstGeom prst="rect">
            <a:avLst/>
          </a:prstGeom>
        </p:spPr>
      </p:pic>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2" name="文本框 1">
            <a:extLst>
              <a:ext uri="{FF2B5EF4-FFF2-40B4-BE49-F238E27FC236}">
                <a16:creationId xmlns:a16="http://schemas.microsoft.com/office/drawing/2014/main" id="{F67A1869-FC5D-3055-5657-FE2EC80EF09F}"/>
              </a:ext>
            </a:extLst>
          </p:cNvPr>
          <p:cNvSpPr txBox="1"/>
          <p:nvPr userDrawn="1"/>
        </p:nvSpPr>
        <p:spPr>
          <a:xfrm>
            <a:off x="381577" y="1170878"/>
            <a:ext cx="8363412" cy="1572322"/>
          </a:xfrm>
          <a:prstGeom prst="rect">
            <a:avLst/>
          </a:prstGeom>
          <a:noFill/>
        </p:spPr>
        <p:txBody>
          <a:bodyPr wrap="square" lIns="0" tIns="0" rIns="0" bIns="0" rtlCol="0">
            <a:noAutofit/>
          </a:bodyPr>
          <a:lstStyle/>
          <a:p>
            <a:pPr marL="285750" indent="-285750">
              <a:buFont typeface="Wingdings" pitchFamily="2" charset="2"/>
              <a:buChar char="l"/>
            </a:pPr>
            <a:endParaRPr kumimoji="1" lang="zh-CN" altLang="en-US" dirty="0"/>
          </a:p>
        </p:txBody>
      </p:sp>
      <p:sp>
        <p:nvSpPr>
          <p:cNvPr id="10" name="文本框 9">
            <a:extLst>
              <a:ext uri="{FF2B5EF4-FFF2-40B4-BE49-F238E27FC236}">
                <a16:creationId xmlns:a16="http://schemas.microsoft.com/office/drawing/2014/main" id="{C57BEDA0-56BC-799D-2F93-A22A3D2F7E33}"/>
              </a:ext>
            </a:extLst>
          </p:cNvPr>
          <p:cNvSpPr txBox="1"/>
          <p:nvPr userDrawn="1"/>
        </p:nvSpPr>
        <p:spPr>
          <a:xfrm>
            <a:off x="390293" y="1170878"/>
            <a:ext cx="8486287" cy="1828800"/>
          </a:xfrm>
          <a:prstGeom prst="rect">
            <a:avLst/>
          </a:prstGeom>
          <a:noFill/>
        </p:spPr>
        <p:txBody>
          <a:bodyPr wrap="square" lIns="0" tIns="0" rIns="0" bIns="0" rtlCol="0">
            <a:noAutofit/>
          </a:bodyPr>
          <a:lstStyle/>
          <a:p>
            <a:pPr marL="285750" indent="-285750">
              <a:buClr>
                <a:schemeClr val="tx2"/>
              </a:buClr>
              <a:buSzPct val="50000"/>
              <a:buFont typeface="Wingdings" pitchFamily="2" charset="2"/>
              <a:buChar char="l"/>
            </a:pPr>
            <a:endParaRPr kumimoji="1" lang="zh-CN" altLang="en-US" dirty="0"/>
          </a:p>
        </p:txBody>
      </p:sp>
      <p:sp>
        <p:nvSpPr>
          <p:cNvPr id="14" name="文本占位符 13">
            <a:extLst>
              <a:ext uri="{FF2B5EF4-FFF2-40B4-BE49-F238E27FC236}">
                <a16:creationId xmlns:a16="http://schemas.microsoft.com/office/drawing/2014/main" id="{08C03F82-EAFA-5CCB-8772-986124275870}"/>
              </a:ext>
            </a:extLst>
          </p:cNvPr>
          <p:cNvSpPr>
            <a:spLocks noGrp="1"/>
          </p:cNvSpPr>
          <p:nvPr>
            <p:ph type="body" sz="quarter" idx="10"/>
          </p:nvPr>
        </p:nvSpPr>
        <p:spPr>
          <a:xfrm>
            <a:off x="390294" y="1098904"/>
            <a:ext cx="8363181" cy="1828800"/>
          </a:xfrm>
        </p:spPr>
        <p:txBody>
          <a:bodyPr/>
          <a:lstStyle>
            <a:lvl1pPr algn="just">
              <a:defRPr/>
            </a:lvl1pPr>
            <a:lvl2pPr algn="just">
              <a:defRPr/>
            </a:lvl2pPr>
            <a:lvl3pPr algn="just">
              <a:defRPr/>
            </a:lvl3pPr>
            <a:lvl4pPr algn="just">
              <a:defRPr/>
            </a:lvl4pPr>
            <a:lvl5pPr algn="just">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7" name="Picture Placeholder 16">
            <a:extLst>
              <a:ext uri="{FF2B5EF4-FFF2-40B4-BE49-F238E27FC236}">
                <a16:creationId xmlns:a16="http://schemas.microsoft.com/office/drawing/2014/main" id="{17602F14-85EC-C132-CEBC-9946B660CE36}"/>
              </a:ext>
            </a:extLst>
          </p:cNvPr>
          <p:cNvSpPr>
            <a:spLocks noGrp="1"/>
          </p:cNvSpPr>
          <p:nvPr>
            <p:ph type="pic" sz="quarter" idx="11"/>
          </p:nvPr>
        </p:nvSpPr>
        <p:spPr>
          <a:xfrm>
            <a:off x="390525" y="3328988"/>
            <a:ext cx="8362950" cy="2803525"/>
          </a:xfrm>
          <a:prstGeom prst="trapezoid">
            <a:avLst>
              <a:gd name="adj" fmla="val 0"/>
            </a:avLst>
          </a:prstGeom>
        </p:spPr>
        <p:txBody>
          <a:bodyPr/>
          <a:lstStyle/>
          <a:p>
            <a:endParaRPr lang="en-HK"/>
          </a:p>
        </p:txBody>
      </p:sp>
    </p:spTree>
    <p:extLst>
      <p:ext uri="{BB962C8B-B14F-4D97-AF65-F5344CB8AC3E}">
        <p14:creationId xmlns:p14="http://schemas.microsoft.com/office/powerpoint/2010/main" val="319705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reserve="1" userDrawn="1">
  <p:cSld name="1_image">
    <p:spTree>
      <p:nvGrpSpPr>
        <p:cNvPr id="1" name=""/>
        <p:cNvGrpSpPr/>
        <p:nvPr/>
      </p:nvGrpSpPr>
      <p:grpSpPr>
        <a:xfrm>
          <a:off x="0" y="0"/>
          <a:ext cx="0" cy="0"/>
          <a:chOff x="0" y="0"/>
          <a:chExt cx="0" cy="0"/>
        </a:xfrm>
      </p:grpSpPr>
      <p:sp>
        <p:nvSpPr>
          <p:cNvPr id="4" name="Slide Number Textbox"/>
          <p:cNvSpPr txBox="1"/>
          <p:nvPr userDrawn="1"/>
        </p:nvSpPr>
        <p:spPr>
          <a:xfrm>
            <a:off x="8370916" y="6234545"/>
            <a:ext cx="374073" cy="349135"/>
          </a:xfrm>
          <a:prstGeom prst="rect">
            <a:avLst/>
          </a:prstGeom>
          <a:noFill/>
        </p:spPr>
        <p:txBody>
          <a:bodyPr vert="horz" wrap="square" lIns="0" tIns="0" rIns="0" bIns="0" rtlCol="0" anchor="b">
            <a:noAutofit/>
          </a:bodyPr>
          <a:lstStyle/>
          <a:p>
            <a:pPr algn="r"/>
            <a:fld id="{259A56D2-6EE4-40D3-BDE6-F5CD68556C61}" type="slidenum">
              <a:rPr sz="636" smtClean="0">
                <a:solidFill>
                  <a:prstClr val="black"/>
                </a:solidFill>
                <a:latin typeface="Calibri" panose="020F0502020204030204" pitchFamily="34" charset="0"/>
                <a:ea typeface="Calibri" panose="020F0502020204030204" pitchFamily="34" charset="0"/>
                <a:cs typeface="Calibri" panose="020F0502020204030204" pitchFamily="34" charset="0"/>
              </a:rPr>
              <a:pPr algn="r"/>
              <a:t>‹#›</a:t>
            </a:fld>
            <a:endParaRPr lang="zh-CN" altLang="en-US" sz="636" dirty="0">
              <a:solidFill>
                <a:prstClr val="black"/>
              </a:solidFill>
              <a:latin typeface="Calibri" panose="020F0502020204030204" pitchFamily="34" charset="0"/>
              <a:cs typeface="Calibri" panose="020F0502020204030204" pitchFamily="34" charset="0"/>
            </a:endParaRPr>
          </a:p>
        </p:txBody>
      </p:sp>
      <p:cxnSp>
        <p:nvCxnSpPr>
          <p:cNvPr id="7" name="THIN BLUE LINE"/>
          <p:cNvCxnSpPr/>
          <p:nvPr/>
        </p:nvCxnSpPr>
        <p:spPr>
          <a:xfrm>
            <a:off x="381577" y="939338"/>
            <a:ext cx="835429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OCUMENT ID" hidden="1"/>
          <p:cNvSpPr txBox="1"/>
          <p:nvPr userDrawn="1">
            <p:custDataLst>
              <p:tags r:id="rId1"/>
            </p:custDataLst>
          </p:nvPr>
        </p:nvSpPr>
        <p:spPr>
          <a:xfrm>
            <a:off x="2088977" y="382386"/>
            <a:ext cx="6647698" cy="83869"/>
          </a:xfrm>
          <a:prstGeom prst="rect">
            <a:avLst/>
          </a:prstGeom>
        </p:spPr>
        <p:txBody>
          <a:bodyPr vert="horz" wrap="square" lIns="0" tIns="0" rIns="0" bIns="0" rtlCol="0">
            <a:spAutoFit/>
          </a:bodyPr>
          <a:lstStyle>
            <a:lvl1pPr marL="0" lvl="0" indent="0" algn="r" defTabSz="1005205" eaLnBrk="1" latinLnBrk="0" hangingPunct="1">
              <a:spcBef>
                <a:spcPct val="20000"/>
              </a:spcBef>
              <a:buSzPct val="120000"/>
              <a:buFont typeface="Symbol" panose="05050102010706020507" pitchFamily="18" charset="2"/>
              <a:buNone/>
              <a:defRPr sz="600" b="0" baseline="0">
                <a:solidFill>
                  <a:srgbClr val="616161"/>
                </a:solidFill>
                <a:latin typeface="+mn-lt"/>
                <a:cs typeface="Arial" panose="020B0604020202020204" pitchFamily="34" charset="0"/>
              </a:defRPr>
            </a:lvl1pPr>
            <a:lvl2pPr marL="502920" indent="0" defTabSz="1005205" eaLnBrk="1" latinLnBrk="0" hangingPunct="1">
              <a:spcBef>
                <a:spcPct val="20000"/>
              </a:spcBef>
              <a:buFont typeface="Arial" panose="020B0604020202020204" pitchFamily="34" charset="0"/>
              <a:buNone/>
              <a:defRPr sz="1300">
                <a:latin typeface="+mn-lt"/>
              </a:defRPr>
            </a:lvl2pPr>
            <a:lvl3pPr marL="1005205" indent="0" defTabSz="1005205" eaLnBrk="1" latinLnBrk="0" hangingPunct="1">
              <a:spcBef>
                <a:spcPct val="20000"/>
              </a:spcBef>
              <a:buFont typeface="Arial" panose="020B0604020202020204" pitchFamily="34" charset="0"/>
              <a:buNone/>
              <a:defRPr sz="1300">
                <a:latin typeface="+mn-lt"/>
              </a:defRPr>
            </a:lvl3pPr>
            <a:lvl4pPr marL="1508125" indent="0" defTabSz="1005205" eaLnBrk="1" latinLnBrk="0" hangingPunct="1">
              <a:spcBef>
                <a:spcPct val="20000"/>
              </a:spcBef>
              <a:buFont typeface="Arial" panose="020B0604020202020204" pitchFamily="34" charset="0"/>
              <a:buNone/>
              <a:defRPr sz="1300">
                <a:latin typeface="+mn-lt"/>
              </a:defRPr>
            </a:lvl4pPr>
            <a:lvl5pPr marL="2011045" indent="0" defTabSz="1005205" eaLnBrk="1" latinLnBrk="0" hangingPunct="1">
              <a:spcBef>
                <a:spcPct val="20000"/>
              </a:spcBef>
              <a:buFont typeface="Arial" panose="020B0604020202020204" pitchFamily="34" charset="0"/>
              <a:buNone/>
              <a:defRPr sz="1300">
                <a:latin typeface="+mn-lt"/>
              </a:defRPr>
            </a:lvl5pPr>
            <a:lvl6pPr marL="2765425" indent="-251460" defTabSz="1005205">
              <a:spcBef>
                <a:spcPct val="20000"/>
              </a:spcBef>
              <a:buFont typeface="Arial" panose="020B0604020202020204" pitchFamily="34" charset="0"/>
              <a:buChar char="•"/>
              <a:defRPr sz="2200">
                <a:latin typeface="+mn-lt"/>
              </a:defRPr>
            </a:lvl6pPr>
            <a:lvl7pPr marL="3267710" indent="-251460" defTabSz="1005205">
              <a:spcBef>
                <a:spcPct val="20000"/>
              </a:spcBef>
              <a:buFont typeface="Arial" panose="020B0604020202020204" pitchFamily="34" charset="0"/>
              <a:buChar char="•"/>
              <a:defRPr sz="2200">
                <a:latin typeface="+mn-lt"/>
              </a:defRPr>
            </a:lvl7pPr>
            <a:lvl8pPr marL="3770630" indent="-251460" defTabSz="1005205">
              <a:spcBef>
                <a:spcPct val="20000"/>
              </a:spcBef>
              <a:buFont typeface="Arial" panose="020B0604020202020204" pitchFamily="34" charset="0"/>
              <a:buChar char="•"/>
              <a:defRPr sz="2200">
                <a:latin typeface="+mn-lt"/>
              </a:defRPr>
            </a:lvl8pPr>
            <a:lvl9pPr marL="4273550" indent="-251460" defTabSz="1005205">
              <a:spcBef>
                <a:spcPct val="20000"/>
              </a:spcBef>
              <a:buFont typeface="Arial" panose="020B0604020202020204" pitchFamily="34" charset="0"/>
              <a:buChar char="•"/>
              <a:defRPr sz="2200">
                <a:latin typeface="+mn-lt"/>
              </a:defRPr>
            </a:lvl9pPr>
          </a:lstStyle>
          <a:p>
            <a:r>
              <a:rPr sz="545" dirty="0"/>
              <a:t>DIR\</a:t>
            </a:r>
            <a:r>
              <a:rPr sz="545" dirty="0" err="1"/>
              <a:t>pravesh.vishwakarma</a:t>
            </a:r>
            <a:r>
              <a:rPr sz="545" dirty="0"/>
              <a:t> [printed: ____] [saved: 3/4/2016 4:33:56 PM] Z:\Cross Media\INCL00002193779\Completed Files\Pravesh.pptx </a:t>
            </a:r>
          </a:p>
        </p:txBody>
      </p:sp>
      <p:sp>
        <p:nvSpPr>
          <p:cNvPr id="3" name="DraftStamp" hidden="1"/>
          <p:cNvSpPr txBox="1"/>
          <p:nvPr userDrawn="1">
            <p:custDataLst>
              <p:tags r:id="rId2"/>
            </p:custDataLst>
          </p:nvPr>
        </p:nvSpPr>
        <p:spPr>
          <a:xfrm>
            <a:off x="382385" y="230909"/>
            <a:ext cx="981364" cy="300182"/>
          </a:xfrm>
          <a:prstGeom prst="rect">
            <a:avLst/>
          </a:prstGeom>
          <a:noFill/>
        </p:spPr>
        <p:txBody>
          <a:bodyPr vert="horz" wrap="none" lIns="0" tIns="0" rIns="0" bIns="0" rtlCol="0" anchor="b">
            <a:noAutofit/>
          </a:bodyPr>
          <a:lstStyle/>
          <a:p>
            <a:pPr>
              <a:spcBef>
                <a:spcPct val="0"/>
              </a:spcBef>
            </a:pPr>
            <a:r>
              <a:rPr lang="zh-CN" altLang="en-US" sz="2182" b="1">
                <a:solidFill>
                  <a:srgbClr val="E60000"/>
                </a:solidFill>
              </a:rPr>
              <a:t>草稿</a:t>
            </a:r>
            <a:endParaRPr lang="zh-CN" altLang="en-US" sz="2182" b="1" dirty="0">
              <a:solidFill>
                <a:srgbClr val="E60000"/>
              </a:solidFill>
            </a:endParaRPr>
          </a:p>
        </p:txBody>
      </p:sp>
      <p:pic>
        <p:nvPicPr>
          <p:cNvPr id="5" name="Picture 9">
            <a:extLst>
              <a:ext uri="{FF2B5EF4-FFF2-40B4-BE49-F238E27FC236}">
                <a16:creationId xmlns:a16="http://schemas.microsoft.com/office/drawing/2014/main" id="{4EEBF0D8-0352-0152-A396-9F58023E2E18}"/>
              </a:ext>
            </a:extLst>
          </p:cNvPr>
          <p:cNvPicPr>
            <a:picLocks noChangeAspect="1"/>
          </p:cNvPicPr>
          <p:nvPr userDrawn="1">
            <p:custDataLst>
              <p:tags r:id="rId3"/>
            </p:custDataLst>
          </p:nvPr>
        </p:nvPicPr>
        <p:blipFill>
          <a:blip r:embed="rId6" cstate="print">
            <a:extLst>
              <a:ext uri="{28A0092B-C50C-407E-A947-70E740481C1C}">
                <a14:useLocalDpi xmlns:a14="http://schemas.microsoft.com/office/drawing/2010/main" val="0"/>
              </a:ext>
            </a:extLst>
          </a:blip>
          <a:srcRect/>
          <a:stretch/>
        </p:blipFill>
        <p:spPr>
          <a:xfrm>
            <a:off x="382386" y="6316373"/>
            <a:ext cx="1094450" cy="327274"/>
          </a:xfrm>
          <a:prstGeom prst="rect">
            <a:avLst/>
          </a:prstGeom>
        </p:spPr>
      </p:pic>
      <p:sp>
        <p:nvSpPr>
          <p:cNvPr id="9" name="PAGE HEADING">
            <a:extLst>
              <a:ext uri="{FF2B5EF4-FFF2-40B4-BE49-F238E27FC236}">
                <a16:creationId xmlns:a16="http://schemas.microsoft.com/office/drawing/2014/main" id="{E1D74E36-26EE-2A50-06CA-CA86ED6DDE2F}"/>
              </a:ext>
            </a:extLst>
          </p:cNvPr>
          <p:cNvSpPr>
            <a:spLocks noGrp="1"/>
          </p:cNvSpPr>
          <p:nvPr>
            <p:ph type="title" hasCustomPrompt="1"/>
            <p:custDataLst>
              <p:tags r:id="rId4"/>
            </p:custDataLst>
          </p:nvPr>
        </p:nvSpPr>
        <p:spPr>
          <a:xfrm>
            <a:off x="382385" y="3"/>
            <a:ext cx="8354291" cy="856211"/>
          </a:xfrm>
        </p:spPr>
        <p:txBody>
          <a:bodyPr vert="horz" lIns="0" tIns="0" rIns="0" bIns="0" rtlCol="0" anchor="b" anchorCtr="0">
            <a:normAutofit/>
          </a:bodyPr>
          <a:lstStyle>
            <a:lvl1pPr>
              <a:lnSpc>
                <a:spcPts val="2909"/>
              </a:lnSpc>
              <a:defRPr lang="en-US" sz="2909" b="0" baseline="0" dirty="0">
                <a:latin typeface="+mn-ea"/>
                <a:ea typeface="+mn-ea"/>
              </a:defRPr>
            </a:lvl1pPr>
          </a:lstStyle>
          <a:p>
            <a:pPr lvl="0">
              <a:lnSpc>
                <a:spcPct val="85000"/>
              </a:lnSpc>
            </a:pPr>
            <a:r>
              <a:rPr lang="zh-CN" altLang="en-US" b="0" i="0" dirty="0">
                <a:solidFill>
                  <a:srgbClr val="3C4043"/>
                </a:solidFill>
                <a:effectLst/>
                <a:latin typeface="Roboto" panose="02000000000000000000" pitchFamily="2" charset="0"/>
              </a:rPr>
              <a:t>单击编辑主标题</a:t>
            </a:r>
            <a:endParaRPr lang="zh-CN" altLang="en-US" dirty="0"/>
          </a:p>
        </p:txBody>
      </p:sp>
      <p:sp>
        <p:nvSpPr>
          <p:cNvPr id="10" name="图片占位符 9">
            <a:extLst>
              <a:ext uri="{FF2B5EF4-FFF2-40B4-BE49-F238E27FC236}">
                <a16:creationId xmlns:a16="http://schemas.microsoft.com/office/drawing/2014/main" id="{27685B99-CA18-4881-6E6C-211FDF2DB361}"/>
              </a:ext>
            </a:extLst>
          </p:cNvPr>
          <p:cNvSpPr>
            <a:spLocks noGrp="1"/>
          </p:cNvSpPr>
          <p:nvPr>
            <p:ph type="pic" sz="quarter" idx="10"/>
          </p:nvPr>
        </p:nvSpPr>
        <p:spPr>
          <a:xfrm>
            <a:off x="381000" y="1182688"/>
            <a:ext cx="8364538" cy="5051425"/>
          </a:xfrm>
        </p:spPr>
        <p:txBody>
          <a:bodyPr/>
          <a:lstStyle/>
          <a:p>
            <a:endParaRPr kumimoji="1" lang="zh-CN" altLang="en-US"/>
          </a:p>
        </p:txBody>
      </p:sp>
    </p:spTree>
    <p:extLst>
      <p:ext uri="{BB962C8B-B14F-4D97-AF65-F5344CB8AC3E}">
        <p14:creationId xmlns:p14="http://schemas.microsoft.com/office/powerpoint/2010/main" val="2082046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p:cNvSpPr>
            <a:spLocks noGrp="1"/>
          </p:cNvSpPr>
          <p:nvPr>
            <p:ph type="body" idx="1"/>
          </p:nvPr>
        </p:nvSpPr>
        <p:spPr>
          <a:xfrm>
            <a:off x="382385" y="1687484"/>
            <a:ext cx="8354291" cy="433093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1"/>
            <a:r>
              <a:rPr lang="en-US" dirty="0"/>
              <a:t>Third level</a:t>
            </a:r>
          </a:p>
        </p:txBody>
      </p:sp>
      <p:sp>
        <p:nvSpPr>
          <p:cNvPr id="2" name="Title Placeholder"/>
          <p:cNvSpPr>
            <a:spLocks noGrp="1"/>
          </p:cNvSpPr>
          <p:nvPr>
            <p:ph type="title"/>
          </p:nvPr>
        </p:nvSpPr>
        <p:spPr>
          <a:xfrm>
            <a:off x="382385" y="0"/>
            <a:ext cx="8354291" cy="856211"/>
          </a:xfrm>
          <a:prstGeom prst="rect">
            <a:avLst/>
          </a:prstGeom>
        </p:spPr>
        <p:txBody>
          <a:bodyPr vert="horz" lIns="0" tIns="0" rIns="0" bIns="0" rtlCol="0" anchor="b" anchorCtr="0">
            <a:normAutofit/>
          </a:bodyPr>
          <a:lstStyle/>
          <a:p>
            <a:r>
              <a:rPr lang="en-US" dirty="0"/>
              <a:t>Click to edit Master title style</a:t>
            </a:r>
          </a:p>
        </p:txBody>
      </p:sp>
    </p:spTree>
    <p:extLst>
      <p:ext uri="{BB962C8B-B14F-4D97-AF65-F5344CB8AC3E}">
        <p14:creationId xmlns:p14="http://schemas.microsoft.com/office/powerpoint/2010/main" val="209267083"/>
      </p:ext>
    </p:extLst>
  </p:cSld>
  <p:clrMap bg1="lt1" tx1="dk1" bg2="lt2" tx2="dk2" accent1="accent1" accent2="accent2" accent3="accent3" accent4="accent4" accent5="accent5" accent6="accent6" hlink="hlink" folHlink="folHlink"/>
  <p:sldLayoutIdLst>
    <p:sldLayoutId id="2147483700" r:id="rId1"/>
    <p:sldLayoutId id="2147483699" r:id="rId2"/>
    <p:sldLayoutId id="2147483701" r:id="rId3"/>
    <p:sldLayoutId id="2147483722" r:id="rId4"/>
    <p:sldLayoutId id="2147483723" r:id="rId5"/>
    <p:sldLayoutId id="2147483704" r:id="rId6"/>
    <p:sldLayoutId id="2147483705" r:id="rId7"/>
    <p:sldLayoutId id="2147483706" r:id="rId8"/>
    <p:sldLayoutId id="2147483719" r:id="rId9"/>
    <p:sldLayoutId id="2147483720" r:id="rId10"/>
    <p:sldLayoutId id="2147483721" r:id="rId11"/>
  </p:sldLayoutIdLst>
  <p:hf sldNum="0" hdr="0" ftr="0" dt="0"/>
  <p:txStyles>
    <p:titleStyle>
      <a:lvl1pPr algn="l" defTabSz="913832" rtl="0" eaLnBrk="1" latinLnBrk="0" hangingPunct="1">
        <a:lnSpc>
          <a:spcPts val="2909"/>
        </a:lnSpc>
        <a:spcBef>
          <a:spcPct val="0"/>
        </a:spcBef>
        <a:buNone/>
        <a:defRPr sz="2800" kern="1200">
          <a:solidFill>
            <a:schemeClr val="tx1"/>
          </a:solidFill>
          <a:latin typeface="华文细黑" panose="02010600040101010101" pitchFamily="2" charset="-122"/>
          <a:ea typeface="华文细黑" panose="02010600040101010101" pitchFamily="2" charset="-122"/>
          <a:cs typeface="+mj-cs"/>
        </a:defRPr>
      </a:lvl1pPr>
    </p:titleStyle>
    <p:bodyStyle>
      <a:lvl1pPr marL="285750" indent="-285750" algn="l" defTabSz="913832" rtl="0" eaLnBrk="1" fontAlgn="ctr" latinLnBrk="0" hangingPunct="1">
        <a:spcBef>
          <a:spcPts val="1273"/>
        </a:spcBef>
        <a:buClr>
          <a:schemeClr val="tx2"/>
        </a:buClr>
        <a:buSzPct val="50000"/>
        <a:buFont typeface="Wingdings" panose="05000000000000000000" pitchFamily="2" charset="2"/>
        <a:buChar char="l"/>
        <a:defRPr sz="1636" b="0" kern="1200">
          <a:solidFill>
            <a:schemeClr val="tx1"/>
          </a:solidFill>
          <a:latin typeface="华文细黑" panose="02010600040101010101" pitchFamily="2" charset="-122"/>
          <a:ea typeface="华文细黑" panose="02010600040101010101" pitchFamily="2" charset="-122"/>
          <a:cs typeface="+mn-cs"/>
        </a:defRPr>
      </a:lvl1pPr>
      <a:lvl2pPr marL="415641" indent="-202047" algn="l" defTabSz="913832" rtl="0" eaLnBrk="1" latinLnBrk="0" hangingPunct="1">
        <a:spcBef>
          <a:spcPts val="636"/>
        </a:spcBef>
        <a:buClr>
          <a:schemeClr val="tx1"/>
        </a:buClr>
        <a:buFont typeface="Arial" panose="020B0604020202020204" pitchFamily="34" charset="0"/>
        <a:buChar char="–"/>
        <a:defRPr sz="1455" kern="1200">
          <a:solidFill>
            <a:schemeClr val="tx1"/>
          </a:solidFill>
          <a:latin typeface="华文细黑" panose="02010600040101010101" pitchFamily="2" charset="-122"/>
          <a:ea typeface="华文细黑" panose="02010600040101010101" pitchFamily="2" charset="-122"/>
          <a:cs typeface="+mn-cs"/>
        </a:defRPr>
      </a:lvl2pPr>
      <a:lvl3pPr marL="415641" indent="0" algn="l" defTabSz="913832" rtl="0" eaLnBrk="1" latinLnBrk="0" hangingPunct="1">
        <a:spcBef>
          <a:spcPts val="636"/>
        </a:spcBef>
        <a:buClr>
          <a:schemeClr val="tx1"/>
        </a:buClr>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3pPr>
      <a:lvl4pPr marL="629234"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4pPr>
      <a:lvl5pPr marL="831281" indent="0" algn="l" defTabSz="913832" rtl="0" eaLnBrk="1" latinLnBrk="0" hangingPunct="1">
        <a:spcBef>
          <a:spcPts val="273"/>
        </a:spcBef>
        <a:buClr>
          <a:schemeClr val="tx1"/>
        </a:buClr>
        <a:buSzPct val="84000"/>
        <a:buFont typeface="Arial" panose="020B0604020202020204" pitchFamily="34" charset="0"/>
        <a:buNone/>
        <a:defRPr sz="1455" kern="1200">
          <a:solidFill>
            <a:schemeClr val="tx1"/>
          </a:solidFill>
          <a:latin typeface="华文细黑" panose="02010600040101010101" pitchFamily="2" charset="-122"/>
          <a:ea typeface="华文细黑" panose="02010600040101010101" pitchFamily="2" charset="-122"/>
          <a:cs typeface="+mn-cs"/>
        </a:defRPr>
      </a:lvl5pPr>
      <a:lvl6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6pPr>
      <a:lvl7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7pPr>
      <a:lvl8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8pPr>
      <a:lvl9pPr marL="1047183" indent="-215902" algn="l" defTabSz="913832" rtl="0" eaLnBrk="1" latinLnBrk="0" hangingPunct="1">
        <a:spcBef>
          <a:spcPts val="273"/>
        </a:spcBef>
        <a:buClr>
          <a:schemeClr val="tx1"/>
        </a:buClr>
        <a:buSzPct val="84000"/>
        <a:buFont typeface="Frutiger 55 Roman" pitchFamily="34" charset="0"/>
        <a:buChar char="–"/>
        <a:defRPr sz="1455" kern="1200">
          <a:solidFill>
            <a:schemeClr val="tx1"/>
          </a:solidFill>
          <a:latin typeface="+mn-lt"/>
          <a:ea typeface="+mn-ea"/>
          <a:cs typeface="+mn-cs"/>
        </a:defRPr>
      </a:lvl9pPr>
    </p:bodyStyle>
    <p:otherStyle>
      <a:defPPr>
        <a:defRPr lang="en-US"/>
      </a:defPPr>
      <a:lvl1pPr marL="0" algn="l" defTabSz="913832" rtl="0" eaLnBrk="1" latinLnBrk="0" hangingPunct="1">
        <a:defRPr sz="1818" kern="1200">
          <a:solidFill>
            <a:schemeClr val="tx1"/>
          </a:solidFill>
          <a:latin typeface="+mn-lt"/>
          <a:ea typeface="+mn-ea"/>
          <a:cs typeface="+mn-cs"/>
        </a:defRPr>
      </a:lvl1pPr>
      <a:lvl2pPr marL="457205" algn="l" defTabSz="913832" rtl="0" eaLnBrk="1" latinLnBrk="0" hangingPunct="1">
        <a:defRPr sz="1818" kern="1200">
          <a:solidFill>
            <a:schemeClr val="tx1"/>
          </a:solidFill>
          <a:latin typeface="+mn-lt"/>
          <a:ea typeface="+mn-ea"/>
          <a:cs typeface="+mn-cs"/>
        </a:defRPr>
      </a:lvl2pPr>
      <a:lvl3pPr marL="913832" algn="l" defTabSz="913832" rtl="0" eaLnBrk="1" latinLnBrk="0" hangingPunct="1">
        <a:defRPr sz="1818" kern="1200">
          <a:solidFill>
            <a:schemeClr val="tx1"/>
          </a:solidFill>
          <a:latin typeface="+mn-lt"/>
          <a:ea typeface="+mn-ea"/>
          <a:cs typeface="+mn-cs"/>
        </a:defRPr>
      </a:lvl3pPr>
      <a:lvl4pPr marL="1371036" algn="l" defTabSz="913832" rtl="0" eaLnBrk="1" latinLnBrk="0" hangingPunct="1">
        <a:defRPr sz="1818" kern="1200">
          <a:solidFill>
            <a:schemeClr val="tx1"/>
          </a:solidFill>
          <a:latin typeface="+mn-lt"/>
          <a:ea typeface="+mn-ea"/>
          <a:cs typeface="+mn-cs"/>
        </a:defRPr>
      </a:lvl4pPr>
      <a:lvl5pPr marL="1828241" algn="l" defTabSz="913832" rtl="0" eaLnBrk="1" latinLnBrk="0" hangingPunct="1">
        <a:defRPr sz="1818" kern="1200">
          <a:solidFill>
            <a:schemeClr val="tx1"/>
          </a:solidFill>
          <a:latin typeface="+mn-lt"/>
          <a:ea typeface="+mn-ea"/>
          <a:cs typeface="+mn-cs"/>
        </a:defRPr>
      </a:lvl5pPr>
      <a:lvl6pPr marL="2285446" algn="l" defTabSz="913832" rtl="0" eaLnBrk="1" latinLnBrk="0" hangingPunct="1">
        <a:defRPr sz="1818" kern="1200">
          <a:solidFill>
            <a:schemeClr val="tx1"/>
          </a:solidFill>
          <a:latin typeface="+mn-lt"/>
          <a:ea typeface="+mn-ea"/>
          <a:cs typeface="+mn-cs"/>
        </a:defRPr>
      </a:lvl6pPr>
      <a:lvl7pPr marL="2742073" algn="l" defTabSz="913832" rtl="0" eaLnBrk="1" latinLnBrk="0" hangingPunct="1">
        <a:defRPr sz="1818" kern="1200">
          <a:solidFill>
            <a:schemeClr val="tx1"/>
          </a:solidFill>
          <a:latin typeface="+mn-lt"/>
          <a:ea typeface="+mn-ea"/>
          <a:cs typeface="+mn-cs"/>
        </a:defRPr>
      </a:lvl7pPr>
      <a:lvl8pPr marL="3199277" algn="l" defTabSz="913832" rtl="0" eaLnBrk="1" latinLnBrk="0" hangingPunct="1">
        <a:defRPr sz="1818" kern="1200">
          <a:solidFill>
            <a:schemeClr val="tx1"/>
          </a:solidFill>
          <a:latin typeface="+mn-lt"/>
          <a:ea typeface="+mn-ea"/>
          <a:cs typeface="+mn-cs"/>
        </a:defRPr>
      </a:lvl8pPr>
      <a:lvl9pPr marL="3656482" algn="l" defTabSz="913832" rtl="0" eaLnBrk="1" latinLnBrk="0" hangingPunct="1">
        <a:defRPr sz="181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49.xml"/><Relationship Id="rId5" Type="http://schemas.openxmlformats.org/officeDocument/2006/relationships/image" Target="../media/image4.jp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tags" Target="../tags/tag50.xml"/><Relationship Id="rId5" Type="http://schemas.openxmlformats.org/officeDocument/2006/relationships/image" Target="../media/image5.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0.xml"/><Relationship Id="rId1" Type="http://schemas.openxmlformats.org/officeDocument/2006/relationships/tags" Target="../tags/tag51.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hyperlink" Target="http://www.fargowealth.com/"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6A93C7EC-2F8A-4C31-9A9D-022227E917D6}"/>
              </a:ext>
            </a:extLst>
          </p:cNvPr>
          <p:cNvSpPr>
            <a:spLocks noGrp="1"/>
          </p:cNvSpPr>
          <p:nvPr>
            <p:ph type="body" sz="quarter" idx="11"/>
          </p:nvPr>
        </p:nvSpPr>
        <p:spPr/>
        <p:txBody>
          <a:bodyPr/>
          <a:lstStyle/>
          <a:p>
            <a:r>
              <a:rPr lang="en-US" altLang="zh-CN" dirty="0"/>
              <a:t>2025</a:t>
            </a:r>
            <a:r>
              <a:rPr lang="zh-CN" altLang="en-US" dirty="0"/>
              <a:t>年</a:t>
            </a:r>
            <a:r>
              <a:rPr lang="en-US" altLang="zh-CN" dirty="0"/>
              <a:t>9</a:t>
            </a:r>
            <a:r>
              <a:rPr lang="zh-CN" altLang="en-US" dirty="0"/>
              <a:t>月</a:t>
            </a:r>
          </a:p>
        </p:txBody>
      </p:sp>
      <p:sp>
        <p:nvSpPr>
          <p:cNvPr id="5" name="副标题 4">
            <a:extLst>
              <a:ext uri="{FF2B5EF4-FFF2-40B4-BE49-F238E27FC236}">
                <a16:creationId xmlns:a16="http://schemas.microsoft.com/office/drawing/2014/main" id="{9F091012-0543-419D-ABFE-B89D2A1E9AEF}"/>
              </a:ext>
            </a:extLst>
          </p:cNvPr>
          <p:cNvSpPr>
            <a:spLocks noGrp="1"/>
          </p:cNvSpPr>
          <p:nvPr>
            <p:ph type="subTitle" idx="1"/>
          </p:nvPr>
        </p:nvSpPr>
        <p:spPr>
          <a:xfrm>
            <a:off x="382386" y="3604954"/>
            <a:ext cx="4544315" cy="182042"/>
          </a:xfrm>
        </p:spPr>
        <p:txBody>
          <a:bodyPr/>
          <a:lstStyle/>
          <a:p>
            <a:r>
              <a:rPr lang="en-US" altLang="zh-CN" sz="3500" b="1" dirty="0">
                <a:solidFill>
                  <a:schemeClr val="accent5">
                    <a:lumMod val="75000"/>
                  </a:schemeClr>
                </a:solidFill>
                <a:latin typeface="微软雅黑" panose="020B0503020204020204" pitchFamily="34" charset="-122"/>
                <a:ea typeface="微软雅黑" panose="020B0503020204020204" pitchFamily="34" charset="-122"/>
              </a:rPr>
              <a:t>CIO Office</a:t>
            </a:r>
            <a:endParaRPr lang="zh-CN" altLang="en-US" sz="35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 name="标题 3">
            <a:extLst>
              <a:ext uri="{FF2B5EF4-FFF2-40B4-BE49-F238E27FC236}">
                <a16:creationId xmlns:a16="http://schemas.microsoft.com/office/drawing/2014/main" id="{CFAF35F7-DA5A-44DB-B72F-CA002EECC046}"/>
              </a:ext>
            </a:extLst>
          </p:cNvPr>
          <p:cNvSpPr>
            <a:spLocks noGrp="1"/>
          </p:cNvSpPr>
          <p:nvPr>
            <p:ph type="ctrTitle"/>
          </p:nvPr>
        </p:nvSpPr>
        <p:spPr>
          <a:xfrm>
            <a:off x="373760" y="2473036"/>
            <a:ext cx="7456516" cy="856211"/>
          </a:xfrm>
          <a:solidFill>
            <a:schemeClr val="bg1"/>
          </a:solidFill>
        </p:spPr>
        <p:txBody>
          <a:bodyPr/>
          <a:lstStyle/>
          <a:p>
            <a:r>
              <a:rPr lang="zh-CN" altLang="en-US" sz="4400" b="1" dirty="0">
                <a:solidFill>
                  <a:srgbClr val="002060"/>
                </a:solidFill>
                <a:latin typeface="微软雅黑" panose="020B0503020204020204" pitchFamily="34" charset="-122"/>
                <a:ea typeface="微软雅黑" panose="020B0503020204020204" pitchFamily="34" charset="-122"/>
                <a:cs typeface="+mn-cs"/>
              </a:rPr>
              <a:t>环球市场投资</a:t>
            </a:r>
            <a:r>
              <a:rPr lang="zh-CN" altLang="en-US" sz="4400" b="1" dirty="0">
                <a:ln w="19050">
                  <a:noFill/>
                </a:ln>
                <a:solidFill>
                  <a:srgbClr val="002060"/>
                </a:solidFill>
                <a:latin typeface="微软雅黑" panose="020B0503020204020204" pitchFamily="34" charset="-122"/>
                <a:ea typeface="微软雅黑" panose="020B0503020204020204" pitchFamily="34" charset="-122"/>
                <a:cs typeface="+mn-cs"/>
              </a:rPr>
              <a:t>观点</a:t>
            </a:r>
            <a:endParaRPr lang="zh-CN" altLang="en-US" sz="4400" b="1" dirty="0">
              <a:ln w="19050">
                <a:noFill/>
              </a:ln>
              <a:solidFill>
                <a:srgbClr val="002060"/>
              </a:solidFill>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69716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9D53F-A994-3316-F546-9C1B081CAE4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46F9CE3-6F46-C888-7398-121996FA5456}"/>
              </a:ext>
            </a:extLst>
          </p:cNvPr>
          <p:cNvSpPr>
            <a:spLocks noGrp="1"/>
          </p:cNvSpPr>
          <p:nvPr>
            <p:ph type="title"/>
          </p:nvPr>
        </p:nvSpPr>
        <p:spPr/>
        <p:txBody>
          <a:bodyPr/>
          <a:lstStyle/>
          <a:p>
            <a:r>
              <a:rPr lang="en-HK" altLang="zh-CN" b="1" dirty="0">
                <a:solidFill>
                  <a:srgbClr val="002060"/>
                </a:solidFill>
              </a:rPr>
              <a:t>Global Market Investment Outlook</a:t>
            </a:r>
            <a:endParaRPr lang="zh-CN" altLang="en-US" b="1" dirty="0">
              <a:solidFill>
                <a:srgbClr val="002060"/>
              </a:solidFill>
            </a:endParaRPr>
          </a:p>
        </p:txBody>
      </p:sp>
      <p:graphicFrame>
        <p:nvGraphicFramePr>
          <p:cNvPr id="3" name="Table 2">
            <a:extLst>
              <a:ext uri="{FF2B5EF4-FFF2-40B4-BE49-F238E27FC236}">
                <a16:creationId xmlns:a16="http://schemas.microsoft.com/office/drawing/2014/main" id="{14835422-C493-5DEE-A55E-522738E9278F}"/>
              </a:ext>
            </a:extLst>
          </p:cNvPr>
          <p:cNvGraphicFramePr>
            <a:graphicFrameLocks noGrp="1"/>
          </p:cNvGraphicFramePr>
          <p:nvPr>
            <p:extLst>
              <p:ext uri="{D42A27DB-BD31-4B8C-83A1-F6EECF244321}">
                <p14:modId xmlns:p14="http://schemas.microsoft.com/office/powerpoint/2010/main" val="3109979868"/>
              </p:ext>
            </p:extLst>
          </p:nvPr>
        </p:nvGraphicFramePr>
        <p:xfrm>
          <a:off x="382385" y="1281953"/>
          <a:ext cx="8354291" cy="4669592"/>
        </p:xfrm>
        <a:graphic>
          <a:graphicData uri="http://schemas.openxmlformats.org/drawingml/2006/table">
            <a:tbl>
              <a:tblPr bandRow="1">
                <a:tableStyleId>{5C22544A-7EE6-4342-B048-85BDC9FD1C3A}</a:tableStyleId>
              </a:tblPr>
              <a:tblGrid>
                <a:gridCol w="1156130">
                  <a:extLst>
                    <a:ext uri="{9D8B030D-6E8A-4147-A177-3AD203B41FA5}">
                      <a16:colId xmlns:a16="http://schemas.microsoft.com/office/drawing/2014/main" val="3080218366"/>
                    </a:ext>
                  </a:extLst>
                </a:gridCol>
                <a:gridCol w="1397409">
                  <a:extLst>
                    <a:ext uri="{9D8B030D-6E8A-4147-A177-3AD203B41FA5}">
                      <a16:colId xmlns:a16="http://schemas.microsoft.com/office/drawing/2014/main" val="923785576"/>
                    </a:ext>
                  </a:extLst>
                </a:gridCol>
                <a:gridCol w="5800752">
                  <a:extLst>
                    <a:ext uri="{9D8B030D-6E8A-4147-A177-3AD203B41FA5}">
                      <a16:colId xmlns:a16="http://schemas.microsoft.com/office/drawing/2014/main" val="1717636345"/>
                    </a:ext>
                  </a:extLst>
                </a:gridCol>
              </a:tblGrid>
              <a:tr h="583699">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Asset Class</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Investment Rationale</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8D7"/>
                    </a:solidFill>
                  </a:tcPr>
                </a:tc>
                <a:extLst>
                  <a:ext uri="{0D108BD9-81ED-4DB2-BD59-A6C34878D82A}">
                    <a16:rowId xmlns:a16="http://schemas.microsoft.com/office/drawing/2014/main" val="2510786840"/>
                  </a:ext>
                </a:extLst>
              </a:tr>
              <a:tr h="583699">
                <a:tc rowSpan="4">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Equity</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中国</a:t>
                      </a:r>
                      <a:r>
                        <a:rPr kumimoji="0" lang="en-US" altLang="zh-CN" sz="1200" b="1" i="0" u="none" strike="noStrike" kern="1200" cap="none" spc="0" normalizeH="0" baseline="0" noProof="0" dirty="0">
                          <a:ln>
                            <a:noFill/>
                          </a:ln>
                          <a:solidFill>
                            <a:srgbClr val="000000"/>
                          </a:solidFill>
                          <a:effectLst/>
                          <a:uLnTx/>
                          <a:uFillTx/>
                          <a:latin typeface="+mn-lt"/>
                          <a:ea typeface="+mn-ea"/>
                          <a:cs typeface="+mn-cs"/>
                        </a:rPr>
                        <a:t>/</a:t>
                      </a: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香港</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14912837"/>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美国</a:t>
                      </a:r>
                      <a:endParaRPr kumimoji="0" lang="en-US" altLang="zh-CN"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08519116"/>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欧洲</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807264253"/>
                  </a:ext>
                </a:extLst>
              </a:tr>
              <a:tr h="583699">
                <a:tc vMerge="1">
                  <a:txBody>
                    <a:bodyPr/>
                    <a:lstStyle/>
                    <a:p>
                      <a:endParaRPr lang="en-HK"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日本</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580473531"/>
                  </a:ext>
                </a:extLst>
              </a:tr>
              <a:tr h="583699">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Fixed Income</a:t>
                      </a:r>
                      <a:endParaRPr kumimoji="0" lang="en-US"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美元债</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109202722"/>
                  </a:ext>
                </a:extLst>
              </a:tr>
              <a:tr h="583699">
                <a:tc rowSpan="2">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en-HK" altLang="zh-CN" sz="12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Alternative Investmen</a:t>
                      </a:r>
                      <a:r>
                        <a:rPr kumimoji="0" lang="en-HK" altLang="zh-CN" sz="1200" b="1" i="0" u="none" strike="noStrike" kern="1200" cap="none" spc="0" normalizeH="0" baseline="0" noProof="0" dirty="0">
                          <a:ln>
                            <a:noFill/>
                          </a:ln>
                          <a:solidFill>
                            <a:srgbClr val="000000"/>
                          </a:solidFill>
                          <a:effectLst/>
                          <a:uLnTx/>
                          <a:uFillTx/>
                          <a:latin typeface="+mn-lt"/>
                          <a:ea typeface="+mn-ea"/>
                          <a:cs typeface="+mn-cs"/>
                        </a:rPr>
                        <a:t>t</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黄金</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873578832"/>
                  </a:ext>
                </a:extLst>
              </a:tr>
              <a:tr h="583699">
                <a:tc vMerge="1">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32"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cs"/>
                        </a:rPr>
                        <a:t>原油</a:t>
                      </a:r>
                      <a:endParaRPr kumimoji="0" lang="en-US" sz="1200" b="1" i="0" u="none" strike="noStrike" kern="1200" cap="none" spc="0" normalizeH="0" baseline="0" noProof="0" dirty="0">
                        <a:ln>
                          <a:noFill/>
                        </a:ln>
                        <a:solidFill>
                          <a:srgbClr val="0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H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253289176"/>
                  </a:ext>
                </a:extLst>
              </a:tr>
            </a:tbl>
          </a:graphicData>
        </a:graphic>
      </p:graphicFrame>
    </p:spTree>
    <p:extLst>
      <p:ext uri="{BB962C8B-B14F-4D97-AF65-F5344CB8AC3E}">
        <p14:creationId xmlns:p14="http://schemas.microsoft.com/office/powerpoint/2010/main" val="3946774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CB884-344D-0C1F-9005-E7DCB084DE3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0FA9DEC-E51E-E244-91A0-3EB6F4F9A77A}"/>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00FA9DEC-E51E-E244-91A0-3EB6F4F9A77A}"/>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60B94765-EF73-C5D4-CC7A-0BF58552B047}"/>
              </a:ext>
            </a:extLst>
          </p:cNvPr>
          <p:cNvSpPr>
            <a:spLocks noGrp="1"/>
          </p:cNvSpPr>
          <p:nvPr>
            <p:ph type="title"/>
          </p:nvPr>
        </p:nvSpPr>
        <p:spPr/>
        <p:txBody>
          <a:bodyPr/>
          <a:lstStyle/>
          <a:p>
            <a:r>
              <a:rPr lang="zh-CN" altLang="en-US" b="1" dirty="0">
                <a:solidFill>
                  <a:srgbClr val="002060"/>
                </a:solidFill>
              </a:rPr>
              <a:t>中港股市：恒生指数突破</a:t>
            </a:r>
            <a:r>
              <a:rPr lang="en-US" altLang="zh-CN" b="1" dirty="0">
                <a:solidFill>
                  <a:srgbClr val="002060"/>
                </a:solidFill>
              </a:rPr>
              <a:t>26000</a:t>
            </a:r>
            <a:r>
              <a:rPr lang="zh-CN" altLang="en-US" b="1" dirty="0">
                <a:solidFill>
                  <a:srgbClr val="002060"/>
                </a:solidFill>
              </a:rPr>
              <a:t>点</a:t>
            </a:r>
          </a:p>
        </p:txBody>
      </p:sp>
      <p:sp>
        <p:nvSpPr>
          <p:cNvPr id="4" name="内容占位符 7">
            <a:extLst>
              <a:ext uri="{FF2B5EF4-FFF2-40B4-BE49-F238E27FC236}">
                <a16:creationId xmlns:a16="http://schemas.microsoft.com/office/drawing/2014/main" id="{0FE3509D-004D-C6C4-9916-A5A52A272583}"/>
              </a:ext>
            </a:extLst>
          </p:cNvPr>
          <p:cNvSpPr>
            <a:spLocks noGrp="1"/>
          </p:cNvSpPr>
          <p:nvPr>
            <p:ph type="body" sz="quarter" idx="10"/>
          </p:nvPr>
        </p:nvSpPr>
        <p:spPr/>
        <p:txBody>
          <a:bodyPr/>
          <a:lstStyle/>
          <a:p>
            <a:r>
              <a:rPr lang="zh-CN" altLang="en-US" sz="1600" dirty="0">
                <a:latin typeface="+mn-ea"/>
              </a:rPr>
              <a:t>根据已经发布的美国通胀数据，关税现时仍没有对通胀带来显著压力。但是，随着企业囤货舒缓关税的效应将遂渐消退，通胀将可能慢慢浮现。</a:t>
            </a:r>
          </a:p>
          <a:p>
            <a:r>
              <a:rPr lang="zh-CN" altLang="en-US" sz="1600" dirty="0">
                <a:latin typeface="+mn-ea"/>
              </a:rPr>
              <a:t>若通胀呈现反弹迹象，市场可能下调美联储降息预期，影响美股估值。标普</a:t>
            </a:r>
            <a:r>
              <a:rPr lang="en-US" altLang="zh-CN" sz="1600" dirty="0">
                <a:latin typeface="+mn-ea"/>
              </a:rPr>
              <a:t>500</a:t>
            </a:r>
            <a:r>
              <a:rPr lang="zh-CN" altLang="en-US" sz="1600" dirty="0">
                <a:latin typeface="+mn-ea"/>
              </a:rPr>
              <a:t>市盈率已上升至</a:t>
            </a:r>
            <a:r>
              <a:rPr lang="en-US" altLang="zh-CN" sz="1600" dirty="0">
                <a:latin typeface="+mn-ea"/>
              </a:rPr>
              <a:t>20</a:t>
            </a:r>
            <a:r>
              <a:rPr lang="zh-CN" altLang="en-US" sz="1600" dirty="0">
                <a:latin typeface="+mn-ea"/>
              </a:rPr>
              <a:t>倍以上，高于历史均值</a:t>
            </a:r>
            <a:r>
              <a:rPr lang="en-US" altLang="zh-CN" sz="1600" dirty="0">
                <a:latin typeface="+mn-ea"/>
              </a:rPr>
              <a:t>19.2</a:t>
            </a:r>
            <a:r>
              <a:rPr lang="zh-CN" altLang="en-US" sz="1600" dirty="0">
                <a:latin typeface="+mn-ea"/>
              </a:rPr>
              <a:t>倍。</a:t>
            </a:r>
            <a:r>
              <a:rPr lang="zh-CN" altLang="en-US" sz="1600" b="1" dirty="0">
                <a:latin typeface="+mn-ea"/>
              </a:rPr>
              <a:t>我们预期估值短期内难以继续扩张。</a:t>
            </a:r>
          </a:p>
        </p:txBody>
      </p:sp>
      <p:pic>
        <p:nvPicPr>
          <p:cNvPr id="7" name="Picture Placeholder 6">
            <a:extLst>
              <a:ext uri="{FF2B5EF4-FFF2-40B4-BE49-F238E27FC236}">
                <a16:creationId xmlns:a16="http://schemas.microsoft.com/office/drawing/2014/main" id="{A6961749-F6AF-3BB3-4D76-67760432C3A3}"/>
              </a:ext>
            </a:extLst>
          </p:cNvPr>
          <p:cNvPicPr>
            <a:picLocks noGrp="1" noChangeAspect="1"/>
          </p:cNvPicPr>
          <p:nvPr>
            <p:ph type="pic" sz="quarter" idx="11"/>
          </p:nvPr>
        </p:nvPicPr>
        <p:blipFill>
          <a:blip r:embed="rId5">
            <a:extLst>
              <a:ext uri="{28A0092B-C50C-407E-A947-70E740481C1C}">
                <a14:useLocalDpi xmlns:a14="http://schemas.microsoft.com/office/drawing/2010/main" val="0"/>
              </a:ext>
            </a:extLst>
          </a:blip>
          <a:srcRect t="12349" b="12349"/>
          <a:stretch>
            <a:fillRect/>
          </a:stretch>
        </p:blipFill>
        <p:spPr/>
      </p:pic>
      <p:sp>
        <p:nvSpPr>
          <p:cNvPr id="9" name="文本框 5">
            <a:extLst>
              <a:ext uri="{FF2B5EF4-FFF2-40B4-BE49-F238E27FC236}">
                <a16:creationId xmlns:a16="http://schemas.microsoft.com/office/drawing/2014/main" id="{68A14C8F-70A9-6378-AF0B-DD8CEEBF6D7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endParaRPr lang="en-US" altLang="zh-CN" sz="818" kern="100" dirty="0">
              <a:solidFill>
                <a:srgbClr val="000000"/>
              </a:solidFill>
              <a:latin typeface="华文细黑"/>
              <a:ea typeface="华文细黑"/>
              <a:cs typeface="Segoe UI" panose="020B0502040204020203" pitchFamily="34" charset="0"/>
            </a:endParaRPr>
          </a:p>
        </p:txBody>
      </p:sp>
      <p:sp>
        <p:nvSpPr>
          <p:cNvPr id="13" name="TextBox 12">
            <a:extLst>
              <a:ext uri="{FF2B5EF4-FFF2-40B4-BE49-F238E27FC236}">
                <a16:creationId xmlns:a16="http://schemas.microsoft.com/office/drawing/2014/main" id="{9D2583B7-3A25-0CB2-A9E0-9B51CB65EAA9}"/>
              </a:ext>
            </a:extLst>
          </p:cNvPr>
          <p:cNvSpPr txBox="1"/>
          <p:nvPr/>
        </p:nvSpPr>
        <p:spPr>
          <a:xfrm>
            <a:off x="3402935" y="255850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指数估值</a:t>
            </a:r>
          </a:p>
        </p:txBody>
      </p:sp>
    </p:spTree>
    <p:extLst>
      <p:ext uri="{BB962C8B-B14F-4D97-AF65-F5344CB8AC3E}">
        <p14:creationId xmlns:p14="http://schemas.microsoft.com/office/powerpoint/2010/main" val="713639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9994-E617-3FA6-DDEF-B65E2FD286C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0D69458-E411-E635-2C62-8E6A5D6317A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think-cell data - do not delete" hidden="1">
                        <a:extLst>
                          <a:ext uri="{FF2B5EF4-FFF2-40B4-BE49-F238E27FC236}">
                            <a16:creationId xmlns:a16="http://schemas.microsoft.com/office/drawing/2014/main" id="{30D69458-E411-E635-2C62-8E6A5D6317A8}"/>
                          </a:ext>
                        </a:extLst>
                      </p:cNvPr>
                      <p:cNvPicPr/>
                      <p:nvPr/>
                    </p:nvPicPr>
                    <p:blipFill>
                      <a:blip r:embed="rId4"/>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25A56FB9-07F6-A081-D77B-EACC1FDA0141}"/>
              </a:ext>
            </a:extLst>
          </p:cNvPr>
          <p:cNvSpPr>
            <a:spLocks noGrp="1"/>
          </p:cNvSpPr>
          <p:nvPr>
            <p:ph type="title"/>
          </p:nvPr>
        </p:nvSpPr>
        <p:spPr/>
        <p:txBody>
          <a:bodyPr/>
          <a:lstStyle/>
          <a:p>
            <a:r>
              <a:rPr lang="zh-CN" altLang="en-US" b="1" dirty="0">
                <a:solidFill>
                  <a:srgbClr val="002060"/>
                </a:solidFill>
              </a:rPr>
              <a:t>美股：关注科技板块</a:t>
            </a:r>
          </a:p>
        </p:txBody>
      </p:sp>
      <p:sp>
        <p:nvSpPr>
          <p:cNvPr id="4" name="内容占位符 7">
            <a:extLst>
              <a:ext uri="{FF2B5EF4-FFF2-40B4-BE49-F238E27FC236}">
                <a16:creationId xmlns:a16="http://schemas.microsoft.com/office/drawing/2014/main" id="{A89AEEB9-E278-940D-5CD7-9B2F42076897}"/>
              </a:ext>
            </a:extLst>
          </p:cNvPr>
          <p:cNvSpPr>
            <a:spLocks noGrp="1"/>
          </p:cNvSpPr>
          <p:nvPr>
            <p:ph idx="4294967295"/>
          </p:nvPr>
        </p:nvSpPr>
        <p:spPr>
          <a:xfrm>
            <a:off x="382385" y="1051259"/>
            <a:ext cx="8354291" cy="1374001"/>
          </a:xfrm>
        </p:spPr>
        <p:txBody>
          <a:bodyPr/>
          <a:lstStyle/>
          <a:p>
            <a:r>
              <a:rPr lang="zh-CN" altLang="en-US" sz="1364" dirty="0">
                <a:latin typeface="+mn-ea"/>
              </a:rPr>
              <a:t>市场关注对等关税暂停期结束后的谈判情况，</a:t>
            </a:r>
            <a:r>
              <a:rPr lang="zh-CN" altLang="en-US" sz="1364" b="1" dirty="0">
                <a:latin typeface="+mn-ea"/>
              </a:rPr>
              <a:t>预计美股估值难以继续扩张，建议以多空策略捕捉</a:t>
            </a:r>
            <a:r>
              <a:rPr lang="en-US" altLang="zh-CN" sz="1364" b="1" dirty="0">
                <a:latin typeface="+mn-ea"/>
              </a:rPr>
              <a:t>Alpha</a:t>
            </a:r>
            <a:r>
              <a:rPr lang="zh-CN" altLang="en-US" sz="1364" b="1" dirty="0">
                <a:latin typeface="+mn-ea"/>
              </a:rPr>
              <a:t>；</a:t>
            </a:r>
          </a:p>
          <a:p>
            <a:r>
              <a:rPr lang="zh-CN" altLang="en-US" sz="1364" dirty="0">
                <a:latin typeface="+mn-ea"/>
              </a:rPr>
              <a:t>欧股方面，考虑地缘政治因素和欧洲货币政策，</a:t>
            </a:r>
            <a:r>
              <a:rPr lang="zh-CN" altLang="en-US" sz="1364" b="1" dirty="0">
                <a:latin typeface="+mn-ea"/>
              </a:rPr>
              <a:t>维持欧股适中的配置权重；</a:t>
            </a:r>
          </a:p>
          <a:p>
            <a:r>
              <a:rPr lang="zh-CN" altLang="en-US" sz="1364" dirty="0">
                <a:latin typeface="+mn-ea"/>
              </a:rPr>
              <a:t>港股方面，预计受惠于全球政治</a:t>
            </a:r>
            <a:r>
              <a:rPr lang="en-US" altLang="zh-CN" sz="1364" dirty="0">
                <a:latin typeface="+mn-ea"/>
              </a:rPr>
              <a:t>/</a:t>
            </a:r>
            <a:r>
              <a:rPr lang="zh-CN" altLang="en-US" sz="1364" dirty="0">
                <a:latin typeface="+mn-ea"/>
              </a:rPr>
              <a:t>贸易不稳定性，机构资金将流入港股，</a:t>
            </a:r>
            <a:r>
              <a:rPr lang="zh-CN" altLang="en-US" sz="1364" b="1" dirty="0">
                <a:latin typeface="+mn-ea"/>
              </a:rPr>
              <a:t>港股有望迎来小幅估值扩张；</a:t>
            </a:r>
          </a:p>
          <a:p>
            <a:r>
              <a:rPr lang="zh-CN" altLang="en-US" sz="1364" dirty="0">
                <a:latin typeface="+mn-ea"/>
              </a:rPr>
              <a:t>债市部分，</a:t>
            </a:r>
            <a:r>
              <a:rPr lang="zh-CN" altLang="en-US" sz="1364" b="1" dirty="0">
                <a:latin typeface="+mn-ea"/>
              </a:rPr>
              <a:t>美联储降息将利好中端久期债券表现，但长端利率受财政担扰影响，建议回避长端久期债券。</a:t>
            </a:r>
          </a:p>
        </p:txBody>
      </p:sp>
      <p:sp>
        <p:nvSpPr>
          <p:cNvPr id="9" name="文本框 5">
            <a:extLst>
              <a:ext uri="{FF2B5EF4-FFF2-40B4-BE49-F238E27FC236}">
                <a16:creationId xmlns:a16="http://schemas.microsoft.com/office/drawing/2014/main" id="{25DBD8D4-2E45-3933-1435-11C52DD4F52B}"/>
              </a:ext>
            </a:extLst>
          </p:cNvPr>
          <p:cNvSpPr txBox="1"/>
          <p:nvPr/>
        </p:nvSpPr>
        <p:spPr>
          <a:xfrm>
            <a:off x="7293571" y="6262367"/>
            <a:ext cx="1850429"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注：数据截至</a:t>
            </a:r>
            <a:r>
              <a:rPr lang="en-US" altLang="zh-CN" sz="818" kern="100" dirty="0">
                <a:solidFill>
                  <a:srgbClr val="000000"/>
                </a:solidFill>
                <a:latin typeface="华文细黑"/>
                <a:ea typeface="华文细黑"/>
                <a:cs typeface="Segoe UI" panose="020B0502040204020203" pitchFamily="34" charset="0"/>
              </a:rPr>
              <a:t>2025</a:t>
            </a:r>
            <a:r>
              <a:rPr lang="zh-CN" altLang="en-US" sz="818" kern="100" dirty="0">
                <a:solidFill>
                  <a:srgbClr val="000000"/>
                </a:solidFill>
                <a:latin typeface="华文细黑"/>
                <a:ea typeface="华文细黑"/>
                <a:cs typeface="Segoe UI" panose="020B0502040204020203" pitchFamily="34" charset="0"/>
              </a:rPr>
              <a:t>年</a:t>
            </a:r>
            <a:r>
              <a:rPr lang="en-US" altLang="zh-CN" sz="818" kern="100" dirty="0">
                <a:solidFill>
                  <a:srgbClr val="000000"/>
                </a:solidFill>
                <a:latin typeface="华文细黑"/>
                <a:ea typeface="华文细黑"/>
                <a:cs typeface="Segoe UI" panose="020B0502040204020203" pitchFamily="34" charset="0"/>
              </a:rPr>
              <a:t>7</a:t>
            </a:r>
            <a:r>
              <a:rPr lang="zh-CN" altLang="en-US" sz="818" kern="100" dirty="0">
                <a:solidFill>
                  <a:srgbClr val="000000"/>
                </a:solidFill>
                <a:latin typeface="华文细黑"/>
                <a:ea typeface="华文细黑"/>
                <a:cs typeface="Segoe UI" panose="020B0502040204020203" pitchFamily="34" charset="0"/>
              </a:rPr>
              <a:t>月</a:t>
            </a:r>
            <a:r>
              <a:rPr lang="en-US" altLang="zh-CN" sz="818" kern="100" dirty="0">
                <a:solidFill>
                  <a:srgbClr val="000000"/>
                </a:solidFill>
                <a:latin typeface="华文细黑"/>
                <a:ea typeface="华文细黑"/>
                <a:cs typeface="Segoe UI" panose="020B0502040204020203" pitchFamily="34" charset="0"/>
              </a:rPr>
              <a:t>30</a:t>
            </a:r>
            <a:r>
              <a:rPr lang="zh-CN" altLang="en-US" sz="818" kern="100" dirty="0">
                <a:solidFill>
                  <a:srgbClr val="000000"/>
                </a:solidFill>
                <a:latin typeface="华文细黑"/>
                <a:ea typeface="华文细黑"/>
                <a:cs typeface="Segoe UI" panose="020B0502040204020203" pitchFamily="34" charset="0"/>
              </a:rPr>
              <a:t>日</a:t>
            </a:r>
          </a:p>
        </p:txBody>
      </p:sp>
      <p:sp>
        <p:nvSpPr>
          <p:cNvPr id="3" name="TextBox 2">
            <a:extLst>
              <a:ext uri="{FF2B5EF4-FFF2-40B4-BE49-F238E27FC236}">
                <a16:creationId xmlns:a16="http://schemas.microsoft.com/office/drawing/2014/main" id="{972052C8-AC30-9DA0-4203-9B406A52A74E}"/>
              </a:ext>
            </a:extLst>
          </p:cNvPr>
          <p:cNvSpPr txBox="1"/>
          <p:nvPr/>
        </p:nvSpPr>
        <p:spPr>
          <a:xfrm>
            <a:off x="2422651" y="2425259"/>
            <a:ext cx="4156364"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华港</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CIO Office</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的</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Model Portfolio</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配置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平衡型</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a:t>
            </a:r>
          </a:p>
        </p:txBody>
      </p:sp>
      <p:pic>
        <p:nvPicPr>
          <p:cNvPr id="7" name="图片 6">
            <a:extLst>
              <a:ext uri="{FF2B5EF4-FFF2-40B4-BE49-F238E27FC236}">
                <a16:creationId xmlns:a16="http://schemas.microsoft.com/office/drawing/2014/main" id="{20C9ACCE-D157-15A8-1419-A046A99C9CB2}"/>
              </a:ext>
            </a:extLst>
          </p:cNvPr>
          <p:cNvPicPr>
            <a:picLocks noChangeAspect="1"/>
          </p:cNvPicPr>
          <p:nvPr/>
        </p:nvPicPr>
        <p:blipFill>
          <a:blip r:embed="rId5"/>
          <a:stretch>
            <a:fillRect/>
          </a:stretch>
        </p:blipFill>
        <p:spPr>
          <a:xfrm>
            <a:off x="2435283" y="2705056"/>
            <a:ext cx="4273434" cy="4140875"/>
          </a:xfrm>
          <a:prstGeom prst="rect">
            <a:avLst/>
          </a:prstGeom>
        </p:spPr>
      </p:pic>
    </p:spTree>
    <p:extLst>
      <p:ext uri="{BB962C8B-B14F-4D97-AF65-F5344CB8AC3E}">
        <p14:creationId xmlns:p14="http://schemas.microsoft.com/office/powerpoint/2010/main" val="531124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30AFA-9BA8-0FC7-5CB8-062F3CAFB0B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980C7F1-A4D5-0C05-2B0E-945EFF4DEB77}"/>
              </a:ext>
            </a:extLst>
          </p:cNvPr>
          <p:cNvPicPr>
            <a:picLocks noChangeAspect="1"/>
          </p:cNvPicPr>
          <p:nvPr/>
        </p:nvPicPr>
        <p:blipFill>
          <a:blip r:embed="rId3"/>
          <a:stretch>
            <a:fillRect/>
          </a:stretch>
        </p:blipFill>
        <p:spPr>
          <a:xfrm>
            <a:off x="4693613" y="3526461"/>
            <a:ext cx="4335944" cy="2593161"/>
          </a:xfrm>
          <a:prstGeom prst="rect">
            <a:avLst/>
          </a:prstGeom>
        </p:spPr>
      </p:pic>
      <p:pic>
        <p:nvPicPr>
          <p:cNvPr id="10" name="Picture 9">
            <a:extLst>
              <a:ext uri="{FF2B5EF4-FFF2-40B4-BE49-F238E27FC236}">
                <a16:creationId xmlns:a16="http://schemas.microsoft.com/office/drawing/2014/main" id="{996BC4B9-7223-56AC-C7D2-3A15D825486A}"/>
              </a:ext>
            </a:extLst>
          </p:cNvPr>
          <p:cNvPicPr>
            <a:picLocks noChangeAspect="1"/>
          </p:cNvPicPr>
          <p:nvPr/>
        </p:nvPicPr>
        <p:blipFill>
          <a:blip r:embed="rId4"/>
          <a:stretch>
            <a:fillRect/>
          </a:stretch>
        </p:blipFill>
        <p:spPr>
          <a:xfrm>
            <a:off x="114445" y="3526461"/>
            <a:ext cx="4473896" cy="2593161"/>
          </a:xfrm>
          <a:prstGeom prst="rect">
            <a:avLst/>
          </a:prstGeom>
        </p:spPr>
      </p:pic>
      <p:graphicFrame>
        <p:nvGraphicFramePr>
          <p:cNvPr id="2" name="think-cell data - do not delete" hidden="1">
            <a:extLst>
              <a:ext uri="{FF2B5EF4-FFF2-40B4-BE49-F238E27FC236}">
                <a16:creationId xmlns:a16="http://schemas.microsoft.com/office/drawing/2014/main" id="{63060868-7331-6EAC-DF81-91DB2841D1F8}"/>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2" name="think-cell data - do not delete" hidden="1">
                        <a:extLst>
                          <a:ext uri="{FF2B5EF4-FFF2-40B4-BE49-F238E27FC236}">
                            <a16:creationId xmlns:a16="http://schemas.microsoft.com/office/drawing/2014/main" id="{63060868-7331-6EAC-DF81-91DB2841D1F8}"/>
                          </a:ext>
                        </a:extLst>
                      </p:cNvPr>
                      <p:cNvPicPr/>
                      <p:nvPr/>
                    </p:nvPicPr>
                    <p:blipFill>
                      <a:blip r:embed="rId6"/>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18B11F3D-468F-A896-7BE5-6C202ED690B5}"/>
              </a:ext>
            </a:extLst>
          </p:cNvPr>
          <p:cNvSpPr>
            <a:spLocks noGrp="1"/>
          </p:cNvSpPr>
          <p:nvPr>
            <p:ph type="title"/>
          </p:nvPr>
        </p:nvSpPr>
        <p:spPr/>
        <p:txBody>
          <a:bodyPr/>
          <a:lstStyle/>
          <a:p>
            <a:r>
              <a:rPr lang="zh-CN" altLang="en-US" b="1" dirty="0">
                <a:solidFill>
                  <a:srgbClr val="002060"/>
                </a:solidFill>
              </a:rPr>
              <a:t>美元债：估值昂贵</a:t>
            </a:r>
          </a:p>
        </p:txBody>
      </p:sp>
      <p:sp>
        <p:nvSpPr>
          <p:cNvPr id="4" name="内容占位符 7">
            <a:extLst>
              <a:ext uri="{FF2B5EF4-FFF2-40B4-BE49-F238E27FC236}">
                <a16:creationId xmlns:a16="http://schemas.microsoft.com/office/drawing/2014/main" id="{6A2522B2-7976-475E-5E9D-93B983B27CAD}"/>
              </a:ext>
            </a:extLst>
          </p:cNvPr>
          <p:cNvSpPr>
            <a:spLocks noGrp="1"/>
          </p:cNvSpPr>
          <p:nvPr>
            <p:ph idx="4294967295"/>
          </p:nvPr>
        </p:nvSpPr>
        <p:spPr>
          <a:xfrm>
            <a:off x="382385" y="1051259"/>
            <a:ext cx="8354291" cy="945510"/>
          </a:xfrm>
        </p:spPr>
        <p:txBody>
          <a:bodyPr/>
          <a:lstStyle/>
          <a:p>
            <a:pPr marL="0" indent="0">
              <a:buNone/>
            </a:pPr>
            <a:r>
              <a:rPr lang="zh-CN" altLang="en-US" sz="1600" b="1" dirty="0">
                <a:latin typeface="+mn-ea"/>
              </a:rPr>
              <a:t>机会一：维持美股多空策略以捕捉</a:t>
            </a:r>
            <a:r>
              <a:rPr lang="en-US" altLang="zh-CN" sz="1600" b="1" dirty="0">
                <a:latin typeface="+mn-ea"/>
              </a:rPr>
              <a:t>Alpha</a:t>
            </a:r>
            <a:r>
              <a:rPr lang="zh-CN" altLang="en-US" sz="1600" b="1" dirty="0">
                <a:latin typeface="+mn-ea"/>
              </a:rPr>
              <a:t>机会</a:t>
            </a:r>
          </a:p>
          <a:p>
            <a:r>
              <a:rPr lang="zh-CN" altLang="en-US" sz="1600" dirty="0">
                <a:latin typeface="+mn-ea"/>
              </a:rPr>
              <a:t>若关税导致美国滞胀，预计美国商品与服务消费在年末开始呈现显著分化。商品消费将明显下降，但服务消费保持增长。如此，美股板块表现将更为分化，为多空策略提供更多</a:t>
            </a:r>
            <a:r>
              <a:rPr lang="en-US" altLang="zh-CN" sz="1600" dirty="0">
                <a:latin typeface="+mn-ea"/>
              </a:rPr>
              <a:t>alpha</a:t>
            </a:r>
            <a:r>
              <a:rPr lang="zh-CN" altLang="en-US" sz="1600" dirty="0">
                <a:latin typeface="+mn-ea"/>
              </a:rPr>
              <a:t>的机会。</a:t>
            </a:r>
            <a:endParaRPr lang="en-US" altLang="zh-CN" sz="1600" dirty="0">
              <a:latin typeface="+mn-ea"/>
            </a:endParaRPr>
          </a:p>
          <a:p>
            <a:r>
              <a:rPr lang="zh-CN" altLang="en-US" sz="1600" dirty="0">
                <a:latin typeface="+mn-ea"/>
              </a:rPr>
              <a:t>消费保持增长。如此，美股板块表现将更为分化，为多空策略提供更多</a:t>
            </a:r>
            <a:r>
              <a:rPr lang="en-US" altLang="zh-CN" sz="1600" dirty="0">
                <a:latin typeface="+mn-ea"/>
              </a:rPr>
              <a:t>alpha</a:t>
            </a:r>
            <a:r>
              <a:rPr lang="zh-CN" altLang="en-US" sz="1600" dirty="0">
                <a:latin typeface="+mn-ea"/>
              </a:rPr>
              <a:t>的机会。消费保持增长。如此，美股板块表现将更为分化，为多空策略提供更多</a:t>
            </a:r>
            <a:r>
              <a:rPr lang="en-US" altLang="zh-CN" sz="1600" dirty="0">
                <a:latin typeface="+mn-ea"/>
              </a:rPr>
              <a:t>alpha</a:t>
            </a:r>
            <a:r>
              <a:rPr lang="zh-CN" altLang="en-US" sz="1600" dirty="0">
                <a:latin typeface="+mn-ea"/>
              </a:rPr>
              <a:t>的机会。</a:t>
            </a:r>
          </a:p>
        </p:txBody>
      </p:sp>
      <p:sp>
        <p:nvSpPr>
          <p:cNvPr id="9" name="文本框 5">
            <a:extLst>
              <a:ext uri="{FF2B5EF4-FFF2-40B4-BE49-F238E27FC236}">
                <a16:creationId xmlns:a16="http://schemas.microsoft.com/office/drawing/2014/main" id="{77729E13-B24D-FE4A-953D-6B344E1B039F}"/>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8" name="TextBox 7">
            <a:extLst>
              <a:ext uri="{FF2B5EF4-FFF2-40B4-BE49-F238E27FC236}">
                <a16:creationId xmlns:a16="http://schemas.microsoft.com/office/drawing/2014/main" id="{B7B93973-6F41-E2EC-F4BC-D17811F6330F}"/>
              </a:ext>
            </a:extLst>
          </p:cNvPr>
          <p:cNvSpPr txBox="1"/>
          <p:nvPr/>
        </p:nvSpPr>
        <p:spPr>
          <a:xfrm>
            <a:off x="5836531" y="3765837"/>
            <a:ext cx="1404969" cy="335733"/>
          </a:xfrm>
          <a:prstGeom prst="rect">
            <a:avLst/>
          </a:prstGeom>
          <a:noFill/>
        </p:spPr>
        <p:txBody>
          <a:bodyPr wrap="square" lIns="0" tIns="0" rIns="0" bIns="0" rtlCol="0">
            <a:spAutoFit/>
          </a:bodyPr>
          <a:lstStyle>
            <a:defPPr>
              <a:defRPr lang="en-US"/>
            </a:defPPr>
            <a:lvl1pPr>
              <a:spcBef>
                <a:spcPts val="0"/>
              </a:spcBef>
              <a:defRPr sz="1200" b="1">
                <a:solidFill>
                  <a:schemeClr val="bg1"/>
                </a:solidFill>
                <a:latin typeface="+mn-ea"/>
              </a:defRPr>
            </a:lvl1pPr>
          </a:lstStyle>
          <a:p>
            <a:r>
              <a:rPr lang="zh-CN" altLang="en-US" sz="1091" dirty="0"/>
              <a:t>标普</a:t>
            </a:r>
            <a:r>
              <a:rPr lang="en-US" altLang="zh-CN" sz="1091" dirty="0"/>
              <a:t>500</a:t>
            </a:r>
            <a:r>
              <a:rPr lang="zh-CN" altLang="en-US" sz="1091" dirty="0"/>
              <a:t>已经新高，</a:t>
            </a:r>
            <a:endParaRPr lang="en-US" altLang="zh-CN" sz="1091" dirty="0"/>
          </a:p>
          <a:p>
            <a:r>
              <a:rPr lang="zh-CN" altLang="en-US" sz="1091" dirty="0"/>
              <a:t>美股总体估值较高</a:t>
            </a:r>
          </a:p>
        </p:txBody>
      </p:sp>
      <p:sp>
        <p:nvSpPr>
          <p:cNvPr id="11" name="TextBox 10">
            <a:extLst>
              <a:ext uri="{FF2B5EF4-FFF2-40B4-BE49-F238E27FC236}">
                <a16:creationId xmlns:a16="http://schemas.microsoft.com/office/drawing/2014/main" id="{DF9E961D-A904-F7E5-3817-323B49259D28}"/>
              </a:ext>
            </a:extLst>
          </p:cNvPr>
          <p:cNvSpPr txBox="1"/>
          <p:nvPr/>
        </p:nvSpPr>
        <p:spPr>
          <a:xfrm>
            <a:off x="2610198" y="3765837"/>
            <a:ext cx="2083415" cy="503599"/>
          </a:xfrm>
          <a:prstGeom prst="rect">
            <a:avLst/>
          </a:prstGeom>
          <a:noFill/>
        </p:spPr>
        <p:txBody>
          <a:bodyPr wrap="square" lIns="0" tIns="0" rIns="0" bIns="0" rtlCol="0">
            <a:spAutoFit/>
          </a:bodyPr>
          <a:lstStyle/>
          <a:p>
            <a:r>
              <a:rPr lang="zh-CN" altLang="en-US" sz="1091" b="1" dirty="0">
                <a:solidFill>
                  <a:schemeClr val="bg1"/>
                </a:solidFill>
                <a:latin typeface="+mn-ea"/>
              </a:rPr>
              <a:t>若关税谈判不及预期，</a:t>
            </a:r>
            <a:endParaRPr lang="en-US" altLang="zh-CN" sz="1091" b="1" dirty="0">
              <a:solidFill>
                <a:schemeClr val="bg1"/>
              </a:solidFill>
              <a:latin typeface="+mn-ea"/>
            </a:endParaRPr>
          </a:p>
          <a:p>
            <a:r>
              <a:rPr lang="en-US" altLang="zh-CN" sz="1091" b="1" dirty="0">
                <a:solidFill>
                  <a:schemeClr val="bg1"/>
                </a:solidFill>
                <a:latin typeface="+mn-ea"/>
              </a:rPr>
              <a:t>CPI</a:t>
            </a:r>
            <a:r>
              <a:rPr lang="zh-CN" altLang="en-US" sz="1091" b="1" dirty="0">
                <a:solidFill>
                  <a:schemeClr val="bg1"/>
                </a:solidFill>
                <a:latin typeface="+mn-ea"/>
              </a:rPr>
              <a:t>尤其商品通胀可能回升，</a:t>
            </a:r>
            <a:endParaRPr lang="en-US" altLang="zh-CN" sz="1091" b="1" dirty="0">
              <a:solidFill>
                <a:schemeClr val="bg1"/>
              </a:solidFill>
              <a:latin typeface="+mn-ea"/>
            </a:endParaRPr>
          </a:p>
          <a:p>
            <a:r>
              <a:rPr lang="zh-CN" altLang="en-US" sz="1091" b="1" dirty="0">
                <a:solidFill>
                  <a:schemeClr val="bg1"/>
                </a:solidFill>
                <a:latin typeface="+mn-ea"/>
              </a:rPr>
              <a:t>美股表现或分化</a:t>
            </a:r>
          </a:p>
        </p:txBody>
      </p:sp>
      <p:sp>
        <p:nvSpPr>
          <p:cNvPr id="13" name="TextBox 12">
            <a:extLst>
              <a:ext uri="{FF2B5EF4-FFF2-40B4-BE49-F238E27FC236}">
                <a16:creationId xmlns:a16="http://schemas.microsoft.com/office/drawing/2014/main" id="{136AC61F-F391-8765-90CF-C05EFBFF8E37}"/>
              </a:ext>
            </a:extLst>
          </p:cNvPr>
          <p:cNvSpPr txBox="1"/>
          <p:nvPr/>
        </p:nvSpPr>
        <p:spPr>
          <a:xfrm>
            <a:off x="1375951" y="3226452"/>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图表一：近两年</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CPI</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
        <p:nvSpPr>
          <p:cNvPr id="14" name="TextBox 13">
            <a:extLst>
              <a:ext uri="{FF2B5EF4-FFF2-40B4-BE49-F238E27FC236}">
                <a16:creationId xmlns:a16="http://schemas.microsoft.com/office/drawing/2014/main" id="{668FC664-B82D-FE6E-4EFE-43F2B309F355}"/>
              </a:ext>
            </a:extLst>
          </p:cNvPr>
          <p:cNvSpPr txBox="1"/>
          <p:nvPr/>
        </p:nvSpPr>
        <p:spPr>
          <a:xfrm>
            <a:off x="5965736" y="3226452"/>
            <a:ext cx="180231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图表二：标普</a:t>
            </a:r>
            <a:r>
              <a:rPr kumimoji="1" lang="en-US" altLang="zh-CN"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500</a:t>
            </a: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走势</a:t>
            </a:r>
          </a:p>
        </p:txBody>
      </p:sp>
    </p:spTree>
    <p:extLst>
      <p:ext uri="{BB962C8B-B14F-4D97-AF65-F5344CB8AC3E}">
        <p14:creationId xmlns:p14="http://schemas.microsoft.com/office/powerpoint/2010/main" val="297593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016EF-42B9-4A77-90DA-CCE3AE2782B7}"/>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B16D0E2E-5D86-A043-A85E-A3FC5C90831D}"/>
              </a:ext>
            </a:extLst>
          </p:cNvPr>
          <p:cNvPicPr>
            <a:picLocks noChangeAspect="1"/>
          </p:cNvPicPr>
          <p:nvPr/>
        </p:nvPicPr>
        <p:blipFill>
          <a:blip r:embed="rId3"/>
          <a:stretch>
            <a:fillRect/>
          </a:stretch>
        </p:blipFill>
        <p:spPr>
          <a:xfrm>
            <a:off x="1532659" y="3708798"/>
            <a:ext cx="7039724" cy="3128228"/>
          </a:xfrm>
          <a:prstGeom prst="rect">
            <a:avLst/>
          </a:prstGeom>
        </p:spPr>
      </p:pic>
      <p:graphicFrame>
        <p:nvGraphicFramePr>
          <p:cNvPr id="2" name="think-cell data - do not delete" hidden="1">
            <a:extLst>
              <a:ext uri="{FF2B5EF4-FFF2-40B4-BE49-F238E27FC236}">
                <a16:creationId xmlns:a16="http://schemas.microsoft.com/office/drawing/2014/main" id="{4F97752F-361E-C425-7CB1-F4AF215D8642}"/>
              </a:ext>
            </a:extLst>
          </p:cNvPr>
          <p:cNvGraphicFramePr>
            <a:graphicFrameLocks noChangeAspect="1"/>
          </p:cNvGraphicFramePr>
          <p:nvPr>
            <p:custDataLst>
              <p:tags r:id="rId1"/>
            </p:custDataLst>
          </p:nvPr>
        </p:nvGraphicFramePr>
        <p:xfrm>
          <a:off x="1443" y="1443"/>
          <a:ext cx="1444" cy="1444"/>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think-cell data - do not delete" hidden="1">
                        <a:extLst>
                          <a:ext uri="{FF2B5EF4-FFF2-40B4-BE49-F238E27FC236}">
                            <a16:creationId xmlns:a16="http://schemas.microsoft.com/office/drawing/2014/main" id="{4F97752F-361E-C425-7CB1-F4AF215D8642}"/>
                          </a:ext>
                        </a:extLst>
                      </p:cNvPr>
                      <p:cNvPicPr/>
                      <p:nvPr/>
                    </p:nvPicPr>
                    <p:blipFill>
                      <a:blip r:embed="rId5"/>
                      <a:stretch>
                        <a:fillRect/>
                      </a:stretch>
                    </p:blipFill>
                    <p:spPr>
                      <a:xfrm>
                        <a:off x="1443" y="1443"/>
                        <a:ext cx="1444" cy="1444"/>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0EAB8431-6958-77FF-1CCA-8AAA95E6ED0D}"/>
              </a:ext>
            </a:extLst>
          </p:cNvPr>
          <p:cNvSpPr>
            <a:spLocks noGrp="1"/>
          </p:cNvSpPr>
          <p:nvPr>
            <p:ph type="title"/>
          </p:nvPr>
        </p:nvSpPr>
        <p:spPr/>
        <p:txBody>
          <a:bodyPr/>
          <a:lstStyle/>
          <a:p>
            <a:r>
              <a:rPr lang="zh-CN" altLang="en-US" b="1" dirty="0">
                <a:solidFill>
                  <a:srgbClr val="002060"/>
                </a:solidFill>
              </a:rPr>
              <a:t>黄金：中长期看好</a:t>
            </a:r>
          </a:p>
        </p:txBody>
      </p:sp>
      <p:sp>
        <p:nvSpPr>
          <p:cNvPr id="4" name="内容占位符 7">
            <a:extLst>
              <a:ext uri="{FF2B5EF4-FFF2-40B4-BE49-F238E27FC236}">
                <a16:creationId xmlns:a16="http://schemas.microsoft.com/office/drawing/2014/main" id="{178B4EF9-D832-4AEC-AFB3-4029CAC9A6AE}"/>
              </a:ext>
            </a:extLst>
          </p:cNvPr>
          <p:cNvSpPr>
            <a:spLocks noGrp="1"/>
          </p:cNvSpPr>
          <p:nvPr>
            <p:ph idx="4294967295"/>
          </p:nvPr>
        </p:nvSpPr>
        <p:spPr>
          <a:xfrm>
            <a:off x="382385" y="1051258"/>
            <a:ext cx="8354291" cy="2377742"/>
          </a:xfrm>
        </p:spPr>
        <p:txBody>
          <a:bodyPr/>
          <a:lstStyle/>
          <a:p>
            <a:pPr marL="0" indent="0">
              <a:buNone/>
            </a:pPr>
            <a:r>
              <a:rPr lang="zh-CN" altLang="en-US" sz="1600" b="1" dirty="0">
                <a:latin typeface="+mn-ea"/>
              </a:rPr>
              <a:t>机会二：港股估值仍有优势，有望受惠于全球资金的重新配置</a:t>
            </a:r>
          </a:p>
          <a:p>
            <a:r>
              <a:rPr lang="zh-CN" altLang="en-US" sz="1600" dirty="0">
                <a:latin typeface="+mn-ea"/>
              </a:rPr>
              <a:t>影子美元资产（港元）将受惠投资人在地域上更为分散的配置策略；</a:t>
            </a:r>
          </a:p>
          <a:p>
            <a:r>
              <a:rPr lang="zh-CN" altLang="en-US" sz="1600" dirty="0">
                <a:latin typeface="+mn-ea"/>
              </a:rPr>
              <a:t>叠加港股估值合理，恒生指数市盈率位处历史均值附近（现时：</a:t>
            </a:r>
            <a:r>
              <a:rPr lang="en-US" altLang="zh-CN" sz="1600" dirty="0">
                <a:latin typeface="+mn-ea"/>
              </a:rPr>
              <a:t>10.7</a:t>
            </a:r>
            <a:r>
              <a:rPr lang="zh-CN" altLang="en-US" sz="1600" dirty="0">
                <a:latin typeface="+mn-ea"/>
              </a:rPr>
              <a:t>倍；均值：</a:t>
            </a:r>
            <a:r>
              <a:rPr lang="en-US" altLang="zh-CN" sz="1600" dirty="0">
                <a:latin typeface="+mn-ea"/>
              </a:rPr>
              <a:t>9.7</a:t>
            </a:r>
            <a:r>
              <a:rPr lang="zh-CN" altLang="en-US" sz="1600" dirty="0">
                <a:latin typeface="+mn-ea"/>
              </a:rPr>
              <a:t>倍），我们预期国际资金流入港元资产，将推升港股市盈率至</a:t>
            </a:r>
            <a:r>
              <a:rPr lang="en-US" altLang="zh-CN" sz="1600" dirty="0">
                <a:latin typeface="+mn-ea"/>
              </a:rPr>
              <a:t>11</a:t>
            </a:r>
            <a:r>
              <a:rPr lang="zh-CN" altLang="en-US" sz="1600" dirty="0">
                <a:latin typeface="+mn-ea"/>
              </a:rPr>
              <a:t>倍。若中美关系没有恶化，恒生指数目标为</a:t>
            </a:r>
            <a:r>
              <a:rPr lang="en-US" altLang="zh-CN" sz="1600" dirty="0">
                <a:latin typeface="+mn-ea"/>
              </a:rPr>
              <a:t>26400-26900</a:t>
            </a:r>
            <a:r>
              <a:rPr lang="zh-CN" altLang="en-US" sz="1600" dirty="0">
                <a:latin typeface="+mn-ea"/>
              </a:rPr>
              <a:t>点，潜在涨幅达</a:t>
            </a:r>
            <a:r>
              <a:rPr lang="en-US" altLang="zh-CN" sz="1600" dirty="0">
                <a:latin typeface="+mn-ea"/>
              </a:rPr>
              <a:t>5-7%</a:t>
            </a:r>
            <a:r>
              <a:rPr lang="zh-CN" altLang="en-US" sz="1600" dirty="0">
                <a:latin typeface="+mn-ea"/>
              </a:rPr>
              <a:t>。</a:t>
            </a:r>
          </a:p>
          <a:p>
            <a:r>
              <a:rPr lang="zh-CN" altLang="en-US" sz="1600" dirty="0">
                <a:latin typeface="+mn-ea"/>
              </a:rPr>
              <a:t>推荐杠铃策略择机参与港股市场：</a:t>
            </a:r>
            <a:endParaRPr lang="zh-CN" altLang="en-US" sz="1364" dirty="0">
              <a:latin typeface="+mn-ea"/>
            </a:endParaRPr>
          </a:p>
        </p:txBody>
      </p:sp>
      <p:sp>
        <p:nvSpPr>
          <p:cNvPr id="9" name="文本框 5">
            <a:extLst>
              <a:ext uri="{FF2B5EF4-FFF2-40B4-BE49-F238E27FC236}">
                <a16:creationId xmlns:a16="http://schemas.microsoft.com/office/drawing/2014/main" id="{8EDA1E7F-1AD1-58EC-BDEE-1230208D6E12}"/>
              </a:ext>
            </a:extLst>
          </p:cNvPr>
          <p:cNvSpPr txBox="1"/>
          <p:nvPr/>
        </p:nvSpPr>
        <p:spPr>
          <a:xfrm>
            <a:off x="7800281" y="6296873"/>
            <a:ext cx="1291648" cy="218201"/>
          </a:xfrm>
          <a:prstGeom prst="rect">
            <a:avLst/>
          </a:prstGeom>
          <a:noFill/>
        </p:spPr>
        <p:txBody>
          <a:bodyPr wrap="square">
            <a:spAutoFit/>
          </a:bodyPr>
          <a:lstStyle/>
          <a:p>
            <a:pPr algn="just" defTabSz="831281">
              <a:defRPr/>
            </a:pPr>
            <a:r>
              <a:rPr lang="zh-CN" altLang="en-US" sz="818" kern="100" dirty="0">
                <a:solidFill>
                  <a:srgbClr val="000000"/>
                </a:solidFill>
                <a:latin typeface="华文细黑"/>
                <a:ea typeface="华文细黑"/>
                <a:cs typeface="Segoe UI" panose="020B0502040204020203" pitchFamily="34" charset="0"/>
              </a:rPr>
              <a:t>资料来源：彭博</a:t>
            </a:r>
          </a:p>
        </p:txBody>
      </p:sp>
      <p:sp>
        <p:nvSpPr>
          <p:cNvPr id="13" name="TextBox 12">
            <a:extLst>
              <a:ext uri="{FF2B5EF4-FFF2-40B4-BE49-F238E27FC236}">
                <a16:creationId xmlns:a16="http://schemas.microsoft.com/office/drawing/2014/main" id="{DAFC2298-0ABE-140B-539A-67DE336A5AE4}"/>
              </a:ext>
            </a:extLst>
          </p:cNvPr>
          <p:cNvSpPr txBox="1"/>
          <p:nvPr/>
        </p:nvSpPr>
        <p:spPr>
          <a:xfrm>
            <a:off x="3596559" y="3429000"/>
            <a:ext cx="1950883" cy="288220"/>
          </a:xfrm>
          <a:prstGeom prst="rect">
            <a:avLst/>
          </a:prstGeom>
          <a:noFill/>
        </p:spPr>
        <p:txBody>
          <a:bodyPr wrap="square">
            <a:spAutoFit/>
          </a:bodyPr>
          <a:lstStyle/>
          <a:p>
            <a:pPr algn="ctr" defTabSz="831281">
              <a:defRPr/>
            </a:pPr>
            <a:r>
              <a:rPr kumimoji="1" lang="zh-CN" altLang="en-US" sz="1273" b="1" dirty="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图表：恒生指数估值</a:t>
            </a:r>
          </a:p>
        </p:txBody>
      </p:sp>
      <p:sp>
        <p:nvSpPr>
          <p:cNvPr id="5" name="TextBox 4">
            <a:extLst>
              <a:ext uri="{FF2B5EF4-FFF2-40B4-BE49-F238E27FC236}">
                <a16:creationId xmlns:a16="http://schemas.microsoft.com/office/drawing/2014/main" id="{1E356E67-D907-FBFD-0788-16DFA9858823}"/>
              </a:ext>
            </a:extLst>
          </p:cNvPr>
          <p:cNvSpPr txBox="1"/>
          <p:nvPr/>
        </p:nvSpPr>
        <p:spPr>
          <a:xfrm>
            <a:off x="3505258" y="4104310"/>
            <a:ext cx="3659814" cy="167866"/>
          </a:xfrm>
          <a:prstGeom prst="rect">
            <a:avLst/>
          </a:prstGeom>
          <a:noFill/>
        </p:spPr>
        <p:txBody>
          <a:bodyPr wrap="square" lIns="0" tIns="0" rIns="0" bIns="0" rtlCol="0">
            <a:spAutoFit/>
          </a:bodyPr>
          <a:lstStyle/>
          <a:p>
            <a:r>
              <a:rPr lang="zh-CN" altLang="en-US" sz="1091" b="1" dirty="0">
                <a:solidFill>
                  <a:schemeClr val="bg1"/>
                </a:solidFill>
                <a:latin typeface="+mn-ea"/>
              </a:rPr>
              <a:t>即使经过此前上涨，恒指估值仍然仅在</a:t>
            </a:r>
            <a:r>
              <a:rPr lang="en-US" altLang="zh-CN" sz="1091" b="1" dirty="0">
                <a:solidFill>
                  <a:schemeClr val="bg1"/>
                </a:solidFill>
                <a:latin typeface="+mn-ea"/>
              </a:rPr>
              <a:t>5</a:t>
            </a:r>
            <a:r>
              <a:rPr lang="zh-CN" altLang="en-US" sz="1091" b="1" dirty="0">
                <a:solidFill>
                  <a:schemeClr val="bg1"/>
                </a:solidFill>
                <a:latin typeface="+mn-ea"/>
              </a:rPr>
              <a:t>年均值上方</a:t>
            </a:r>
          </a:p>
        </p:txBody>
      </p:sp>
    </p:spTree>
    <p:extLst>
      <p:ext uri="{BB962C8B-B14F-4D97-AF65-F5344CB8AC3E}">
        <p14:creationId xmlns:p14="http://schemas.microsoft.com/office/powerpoint/2010/main" val="417042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54C07-8346-1CA4-723B-2DEA7DAE1D9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D55F0C74-AF10-4791-56D3-F3E8BEA10206}"/>
              </a:ext>
            </a:extLst>
          </p:cNvPr>
          <p:cNvSpPr>
            <a:spLocks noGrp="1"/>
          </p:cNvSpPr>
          <p:nvPr>
            <p:ph type="title"/>
          </p:nvPr>
        </p:nvSpPr>
        <p:spPr/>
        <p:txBody>
          <a:bodyPr/>
          <a:lstStyle/>
          <a:p>
            <a:r>
              <a:rPr lang="zh-CN" altLang="en-US" b="1" dirty="0">
                <a:solidFill>
                  <a:srgbClr val="002060"/>
                </a:solidFill>
              </a:rPr>
              <a:t>个股精选</a:t>
            </a:r>
          </a:p>
        </p:txBody>
      </p:sp>
      <p:pic>
        <p:nvPicPr>
          <p:cNvPr id="2" name="图片 1">
            <a:extLst>
              <a:ext uri="{FF2B5EF4-FFF2-40B4-BE49-F238E27FC236}">
                <a16:creationId xmlns:a16="http://schemas.microsoft.com/office/drawing/2014/main" id="{354DDD29-7D13-30C7-6B37-759BE9B518E9}"/>
              </a:ext>
            </a:extLst>
          </p:cNvPr>
          <p:cNvPicPr>
            <a:picLocks noChangeAspect="1"/>
          </p:cNvPicPr>
          <p:nvPr/>
        </p:nvPicPr>
        <p:blipFill>
          <a:blip r:embed="rId2"/>
          <a:stretch>
            <a:fillRect/>
          </a:stretch>
        </p:blipFill>
        <p:spPr>
          <a:xfrm>
            <a:off x="0" y="1435399"/>
            <a:ext cx="9144000" cy="3454196"/>
          </a:xfrm>
          <a:prstGeom prst="rect">
            <a:avLst/>
          </a:prstGeom>
        </p:spPr>
      </p:pic>
    </p:spTree>
    <p:extLst>
      <p:ext uri="{BB962C8B-B14F-4D97-AF65-F5344CB8AC3E}">
        <p14:creationId xmlns:p14="http://schemas.microsoft.com/office/powerpoint/2010/main" val="3651259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DECE1-A75E-E5E0-9CE6-73C364C9780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F673A46-2970-9C15-8954-A8597281BFEC}"/>
              </a:ext>
            </a:extLst>
          </p:cNvPr>
          <p:cNvSpPr>
            <a:spLocks noGrp="1"/>
          </p:cNvSpPr>
          <p:nvPr>
            <p:ph type="title"/>
          </p:nvPr>
        </p:nvSpPr>
        <p:spPr/>
        <p:txBody>
          <a:bodyPr/>
          <a:lstStyle/>
          <a:p>
            <a:r>
              <a:rPr lang="zh-CN" altLang="en-US" b="1" dirty="0">
                <a:solidFill>
                  <a:srgbClr val="002060"/>
                </a:solidFill>
              </a:rPr>
              <a:t>个股观点更新</a:t>
            </a:r>
          </a:p>
        </p:txBody>
      </p:sp>
      <p:graphicFrame>
        <p:nvGraphicFramePr>
          <p:cNvPr id="2" name="表格 1">
            <a:extLst>
              <a:ext uri="{FF2B5EF4-FFF2-40B4-BE49-F238E27FC236}">
                <a16:creationId xmlns:a16="http://schemas.microsoft.com/office/drawing/2014/main" id="{DD36E88C-AB4B-940D-64E4-A5AD6B3CA733}"/>
              </a:ext>
            </a:extLst>
          </p:cNvPr>
          <p:cNvGraphicFramePr>
            <a:graphicFrameLocks noGrp="1"/>
          </p:cNvGraphicFramePr>
          <p:nvPr>
            <p:extLst>
              <p:ext uri="{D42A27DB-BD31-4B8C-83A1-F6EECF244321}">
                <p14:modId xmlns:p14="http://schemas.microsoft.com/office/powerpoint/2010/main" val="3171600427"/>
              </p:ext>
            </p:extLst>
          </p:nvPr>
        </p:nvGraphicFramePr>
        <p:xfrm>
          <a:off x="1524000" y="1397001"/>
          <a:ext cx="6096000" cy="175101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389200839"/>
                    </a:ext>
                  </a:extLst>
                </a:gridCol>
                <a:gridCol w="1524000">
                  <a:extLst>
                    <a:ext uri="{9D8B030D-6E8A-4147-A177-3AD203B41FA5}">
                      <a16:colId xmlns:a16="http://schemas.microsoft.com/office/drawing/2014/main" val="3662706966"/>
                    </a:ext>
                  </a:extLst>
                </a:gridCol>
                <a:gridCol w="1524000">
                  <a:extLst>
                    <a:ext uri="{9D8B030D-6E8A-4147-A177-3AD203B41FA5}">
                      <a16:colId xmlns:a16="http://schemas.microsoft.com/office/drawing/2014/main" val="629658998"/>
                    </a:ext>
                  </a:extLst>
                </a:gridCol>
                <a:gridCol w="1524000">
                  <a:extLst>
                    <a:ext uri="{9D8B030D-6E8A-4147-A177-3AD203B41FA5}">
                      <a16:colId xmlns:a16="http://schemas.microsoft.com/office/drawing/2014/main" val="951091473"/>
                    </a:ext>
                  </a:extLst>
                </a:gridCol>
              </a:tblGrid>
              <a:tr h="285783">
                <a:tc>
                  <a:txBody>
                    <a:bodyPr/>
                    <a:lstStyle/>
                    <a:p>
                      <a:endParaRPr lang="zh-CN" altLang="en-US"/>
                    </a:p>
                  </a:txBody>
                  <a:tcPr/>
                </a:tc>
                <a:tc>
                  <a:txBody>
                    <a:bodyPr/>
                    <a:lstStyle/>
                    <a:p>
                      <a:r>
                        <a:rPr lang="zh-CN" altLang="en-US" dirty="0"/>
                        <a:t>彭博代码</a:t>
                      </a:r>
                    </a:p>
                  </a:txBody>
                  <a:tcPr/>
                </a:tc>
                <a:tc>
                  <a:txBody>
                    <a:bodyPr/>
                    <a:lstStyle/>
                    <a:p>
                      <a:r>
                        <a:rPr lang="zh-CN" altLang="en-US" dirty="0"/>
                        <a:t>前次观点</a:t>
                      </a:r>
                    </a:p>
                  </a:txBody>
                  <a:tcPr/>
                </a:tc>
                <a:tc>
                  <a:txBody>
                    <a:bodyPr/>
                    <a:lstStyle/>
                    <a:p>
                      <a:r>
                        <a:rPr lang="zh-CN" altLang="en-US" dirty="0"/>
                        <a:t>更新观点</a:t>
                      </a:r>
                    </a:p>
                  </a:txBody>
                  <a:tcPr/>
                </a:tc>
                <a:extLst>
                  <a:ext uri="{0D108BD9-81ED-4DB2-BD59-A6C34878D82A}">
                    <a16:rowId xmlns:a16="http://schemas.microsoft.com/office/drawing/2014/main" val="1442429650"/>
                  </a:ext>
                </a:extLst>
              </a:tr>
              <a:tr h="285783">
                <a:tc>
                  <a:txBody>
                    <a:bodyPr/>
                    <a:lstStyle/>
                    <a:p>
                      <a:r>
                        <a:rPr lang="zh-CN" altLang="en-US" dirty="0"/>
                        <a:t>老铺黄金</a:t>
                      </a:r>
                    </a:p>
                  </a:txBody>
                  <a:tcPr/>
                </a:tc>
                <a:tc>
                  <a:txBody>
                    <a:bodyPr/>
                    <a:lstStyle/>
                    <a:p>
                      <a:r>
                        <a:rPr lang="en-US" altLang="zh-CN" dirty="0"/>
                        <a:t>6181 </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409416156"/>
                  </a:ext>
                </a:extLst>
              </a:tr>
              <a:tr h="285783">
                <a:tc>
                  <a:txBody>
                    <a:bodyPr/>
                    <a:lstStyle/>
                    <a:p>
                      <a:r>
                        <a:rPr lang="zh-CN" altLang="en-US" dirty="0"/>
                        <a:t>腾讯</a:t>
                      </a:r>
                      <a:endParaRPr lang="en-US" altLang="zh-CN" dirty="0"/>
                    </a:p>
                  </a:txBody>
                  <a:tcPr/>
                </a:tc>
                <a:tc>
                  <a:txBody>
                    <a:bodyPr/>
                    <a:lstStyle/>
                    <a:p>
                      <a:r>
                        <a:rPr lang="en-US" altLang="zh-CN" dirty="0"/>
                        <a:t>700</a:t>
                      </a:r>
                      <a:endParaRPr lang="zh-CN" altLang="en-US" dirty="0"/>
                    </a:p>
                  </a:txBody>
                  <a:tcPr/>
                </a:tc>
                <a:tc>
                  <a:txBody>
                    <a:bodyPr/>
                    <a:lstStyle/>
                    <a:p>
                      <a:r>
                        <a:rPr lang="zh-CN" altLang="en-US" dirty="0"/>
                        <a:t>买入</a:t>
                      </a:r>
                    </a:p>
                  </a:txBody>
                  <a:tcPr/>
                </a:tc>
                <a:tc>
                  <a:txBody>
                    <a:bodyPr/>
                    <a:lstStyle/>
                    <a:p>
                      <a:r>
                        <a:rPr lang="zh-CN" altLang="en-US" dirty="0"/>
                        <a:t>中性</a:t>
                      </a:r>
                    </a:p>
                  </a:txBody>
                  <a:tcPr/>
                </a:tc>
                <a:extLst>
                  <a:ext uri="{0D108BD9-81ED-4DB2-BD59-A6C34878D82A}">
                    <a16:rowId xmlns:a16="http://schemas.microsoft.com/office/drawing/2014/main" val="1830125234"/>
                  </a:ext>
                </a:extLst>
              </a:tr>
              <a:tr h="497477">
                <a:tc>
                  <a:txBody>
                    <a:bodyPr/>
                    <a:lstStyle/>
                    <a:p>
                      <a:r>
                        <a:rPr lang="zh-CN" altLang="en-US" dirty="0"/>
                        <a:t>阿里巴巴</a:t>
                      </a:r>
                    </a:p>
                    <a:p>
                      <a:endParaRPr lang="zh-CN" altLang="en-US" dirty="0"/>
                    </a:p>
                  </a:txBody>
                  <a:tcPr/>
                </a:tc>
                <a:tc>
                  <a:txBody>
                    <a:bodyPr/>
                    <a:lstStyle/>
                    <a:p>
                      <a:r>
                        <a:rPr lang="en-US" altLang="zh-CN" dirty="0"/>
                        <a:t>9988</a:t>
                      </a:r>
                      <a:endParaRPr lang="zh-CN" altLang="en-US" dirty="0"/>
                    </a:p>
                  </a:txBody>
                  <a:tcPr/>
                </a:tc>
                <a:tc>
                  <a:txBody>
                    <a:bodyPr/>
                    <a:lstStyle/>
                    <a:p>
                      <a:r>
                        <a:rPr lang="zh-CN" altLang="en-US" dirty="0"/>
                        <a:t>卖出</a:t>
                      </a:r>
                    </a:p>
                  </a:txBody>
                  <a:tcPr/>
                </a:tc>
                <a:tc>
                  <a:txBody>
                    <a:bodyPr/>
                    <a:lstStyle/>
                    <a:p>
                      <a:r>
                        <a:rPr lang="zh-CN" altLang="en-US" dirty="0"/>
                        <a:t>买入</a:t>
                      </a:r>
                    </a:p>
                  </a:txBody>
                  <a:tcPr/>
                </a:tc>
                <a:extLst>
                  <a:ext uri="{0D108BD9-81ED-4DB2-BD59-A6C34878D82A}">
                    <a16:rowId xmlns:a16="http://schemas.microsoft.com/office/drawing/2014/main" val="1672562370"/>
                  </a:ext>
                </a:extLst>
              </a:tr>
            </a:tbl>
          </a:graphicData>
        </a:graphic>
      </p:graphicFrame>
    </p:spTree>
    <p:extLst>
      <p:ext uri="{BB962C8B-B14F-4D97-AF65-F5344CB8AC3E}">
        <p14:creationId xmlns:p14="http://schemas.microsoft.com/office/powerpoint/2010/main" val="3513375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1509-2579-60C8-7ADD-B185A28FCD3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E121C6C9-1851-BA1A-F2FC-836D4B1F7A93}"/>
              </a:ext>
            </a:extLst>
          </p:cNvPr>
          <p:cNvSpPr>
            <a:spLocks noGrp="1"/>
          </p:cNvSpPr>
          <p:nvPr>
            <p:ph type="title"/>
          </p:nvPr>
        </p:nvSpPr>
        <p:spPr/>
        <p:txBody>
          <a:bodyPr/>
          <a:lstStyle/>
          <a:p>
            <a:r>
              <a:rPr lang="zh-CN" altLang="en-US" b="1" dirty="0">
                <a:solidFill>
                  <a:srgbClr val="002060"/>
                </a:solidFill>
              </a:rPr>
              <a:t>个债精选</a:t>
            </a:r>
          </a:p>
        </p:txBody>
      </p:sp>
      <p:graphicFrame>
        <p:nvGraphicFramePr>
          <p:cNvPr id="2" name="object 5">
            <a:extLst>
              <a:ext uri="{FF2B5EF4-FFF2-40B4-BE49-F238E27FC236}">
                <a16:creationId xmlns:a16="http://schemas.microsoft.com/office/drawing/2014/main" id="{9DED0352-8894-7AC8-C363-B9AE8E7150B1}"/>
              </a:ext>
            </a:extLst>
          </p:cNvPr>
          <p:cNvGraphicFramePr>
            <a:graphicFrameLocks noGrp="1"/>
          </p:cNvGraphicFramePr>
          <p:nvPr>
            <p:extLst>
              <p:ext uri="{D42A27DB-BD31-4B8C-83A1-F6EECF244321}">
                <p14:modId xmlns:p14="http://schemas.microsoft.com/office/powerpoint/2010/main" val="3914459061"/>
              </p:ext>
            </p:extLst>
          </p:nvPr>
        </p:nvGraphicFramePr>
        <p:xfrm>
          <a:off x="382778" y="1125994"/>
          <a:ext cx="8378443" cy="4839999"/>
        </p:xfrm>
        <a:graphic>
          <a:graphicData uri="http://schemas.openxmlformats.org/drawingml/2006/table">
            <a:tbl>
              <a:tblPr firstRow="1" bandRow="1">
                <a:tableStyleId>{5C22544A-7EE6-4342-B048-85BDC9FD1C3A}</a:tableStyleId>
              </a:tblPr>
              <a:tblGrid>
                <a:gridCol w="926744">
                  <a:extLst>
                    <a:ext uri="{9D8B030D-6E8A-4147-A177-3AD203B41FA5}">
                      <a16:colId xmlns:a16="http://schemas.microsoft.com/office/drawing/2014/main" val="20000"/>
                    </a:ext>
                  </a:extLst>
                </a:gridCol>
                <a:gridCol w="1522832">
                  <a:extLst>
                    <a:ext uri="{9D8B030D-6E8A-4147-A177-3AD203B41FA5}">
                      <a16:colId xmlns:a16="http://schemas.microsoft.com/office/drawing/2014/main" val="20001"/>
                    </a:ext>
                  </a:extLst>
                </a:gridCol>
                <a:gridCol w="1295400">
                  <a:extLst>
                    <a:ext uri="{9D8B030D-6E8A-4147-A177-3AD203B41FA5}">
                      <a16:colId xmlns:a16="http://schemas.microsoft.com/office/drawing/2014/main" val="4210323297"/>
                    </a:ext>
                  </a:extLst>
                </a:gridCol>
                <a:gridCol w="4572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06837">
                  <a:extLst>
                    <a:ext uri="{9D8B030D-6E8A-4147-A177-3AD203B41FA5}">
                      <a16:colId xmlns:a16="http://schemas.microsoft.com/office/drawing/2014/main" val="20008"/>
                    </a:ext>
                  </a:extLst>
                </a:gridCol>
                <a:gridCol w="527415">
                  <a:extLst>
                    <a:ext uri="{9D8B030D-6E8A-4147-A177-3AD203B41FA5}">
                      <a16:colId xmlns:a16="http://schemas.microsoft.com/office/drawing/2014/main" val="20009"/>
                    </a:ext>
                  </a:extLst>
                </a:gridCol>
                <a:gridCol w="527415">
                  <a:extLst>
                    <a:ext uri="{9D8B030D-6E8A-4147-A177-3AD203B41FA5}">
                      <a16:colId xmlns:a16="http://schemas.microsoft.com/office/drawing/2014/main" val="20010"/>
                    </a:ext>
                  </a:extLst>
                </a:gridCol>
              </a:tblGrid>
              <a:tr h="506709">
                <a:tc>
                  <a:txBody>
                    <a:bodyPr/>
                    <a:lstStyle/>
                    <a:p>
                      <a:pPr algn="ctr" fontAlgn="ctr"/>
                      <a:r>
                        <a:rPr lang="zh-CN" altLang="en-US" sz="1000" b="1" u="none" strike="noStrike" dirty="0">
                          <a:solidFill>
                            <a:srgbClr val="FFFFFF"/>
                          </a:solidFill>
                          <a:effectLst/>
                          <a:latin typeface="+mj-lt"/>
                        </a:rPr>
                        <a:t>国际证券号码</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a:t>
                      </a:r>
                      <a:r>
                        <a:rPr lang="zh-CN" altLang="en-US" sz="1000" b="1" i="0" u="none" strike="noStrike" dirty="0">
                          <a:solidFill>
                            <a:srgbClr val="FFFFFF"/>
                          </a:solidFill>
                          <a:effectLst/>
                          <a:latin typeface="+mj-lt"/>
                          <a:ea typeface="STXihei" panose="02010600040101010101" pitchFamily="2" charset="-122"/>
                        </a:rPr>
                        <a:t>英文</a:t>
                      </a:r>
                      <a:r>
                        <a:rPr lang="en-US" altLang="zh-CN" sz="1000" b="1" i="0" u="none" strike="noStrike" dirty="0">
                          <a:solidFill>
                            <a:srgbClr val="FFFFFF"/>
                          </a:solidFill>
                          <a:effectLst/>
                          <a:latin typeface="+mj-lt"/>
                          <a:ea typeface="STXihei" panose="02010600040101010101" pitchFamily="2" charset="-122"/>
                        </a:rPr>
                        <a:t>)</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i="0" u="none" strike="noStrike" dirty="0">
                          <a:solidFill>
                            <a:srgbClr val="FFFFFF"/>
                          </a:solidFill>
                          <a:effectLst/>
                          <a:latin typeface="+mj-lt"/>
                          <a:ea typeface="STXihei" panose="02010600040101010101" pitchFamily="2" charset="-122"/>
                        </a:rPr>
                        <a:t>发行商 </a:t>
                      </a:r>
                      <a:r>
                        <a:rPr lang="en-US" altLang="zh-CN" sz="1000" b="1" i="0" u="none" strike="noStrike" dirty="0">
                          <a:solidFill>
                            <a:srgbClr val="FFFFFF"/>
                          </a:solidFill>
                          <a:effectLst/>
                          <a:latin typeface="+mj-lt"/>
                          <a:ea typeface="STXihei" panose="02010600040101010101" pitchFamily="2" charset="-122"/>
                        </a:rPr>
                        <a:t>- </a:t>
                      </a:r>
                      <a:r>
                        <a:rPr lang="zh-CN" altLang="en-US" sz="1000" b="1" i="0" u="none" strike="noStrike" dirty="0">
                          <a:solidFill>
                            <a:srgbClr val="FFFFFF"/>
                          </a:solidFill>
                          <a:effectLst/>
                          <a:latin typeface="+mj-lt"/>
                          <a:ea typeface="STXihei" panose="02010600040101010101" pitchFamily="2" charset="-122"/>
                        </a:rPr>
                        <a:t>风险国家</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穆迪</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标准普尔</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惠誉</a:t>
                      </a:r>
                      <a:br>
                        <a:rPr lang="zh-CN" altLang="en-US" sz="1000" b="1" u="none" strike="noStrike" dirty="0">
                          <a:solidFill>
                            <a:srgbClr val="FFFFFF"/>
                          </a:solidFill>
                          <a:effectLst/>
                          <a:latin typeface="+mj-lt"/>
                        </a:rPr>
                      </a:br>
                      <a:r>
                        <a:rPr lang="zh-CN" altLang="en-US" sz="1000" b="1" u="none" strike="noStrike" dirty="0">
                          <a:solidFill>
                            <a:srgbClr val="FFFFFF"/>
                          </a:solidFill>
                          <a:effectLst/>
                          <a:latin typeface="+mj-lt"/>
                        </a:rPr>
                        <a:t>评级</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rPr>
                        <a:t>票息</a:t>
                      </a:r>
                      <a:endParaRPr lang="zh-CN" altLang="en-US" sz="1000" b="1" i="0" u="none" strike="noStrike" dirty="0">
                        <a:solidFill>
                          <a:srgbClr val="FFFFFF"/>
                        </a:solidFill>
                        <a:effectLst/>
                        <a:latin typeface="+mj-lt"/>
                        <a:ea typeface="STXihei" panose="02010600040101010101" pitchFamily="2" charset="-122"/>
                      </a:endParaRP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价格*</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下一个</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赎回日期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到期日</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存续期*</a:t>
                      </a:r>
                    </a:p>
                  </a:txBody>
                  <a:tcPr marL="9525" marR="9525" marT="9525" marB="0" anchor="ctr">
                    <a:solidFill>
                      <a:srgbClr val="002060"/>
                    </a:solidFill>
                  </a:tcPr>
                </a:tc>
                <a:tc>
                  <a:txBody>
                    <a:bodyPr/>
                    <a:lstStyle/>
                    <a:p>
                      <a:pPr algn="ctr" fontAlgn="ctr"/>
                      <a:r>
                        <a:rPr lang="zh-CN" altLang="en-US" sz="1000" b="1" u="none" strike="noStrike" dirty="0">
                          <a:solidFill>
                            <a:srgbClr val="FFFFFF"/>
                          </a:solidFill>
                          <a:effectLst/>
                          <a:latin typeface="+mj-lt"/>
                          <a:ea typeface="+mn-ea"/>
                          <a:cs typeface="+mn-cs"/>
                        </a:rPr>
                        <a:t>指示性</a:t>
                      </a:r>
                      <a:br>
                        <a:rPr lang="zh-CN" altLang="en-US" sz="1000" b="1" u="none" strike="noStrike" dirty="0">
                          <a:solidFill>
                            <a:srgbClr val="FFFFFF"/>
                          </a:solidFill>
                          <a:effectLst/>
                          <a:latin typeface="+mj-lt"/>
                          <a:ea typeface="+mn-ea"/>
                          <a:cs typeface="+mn-cs"/>
                        </a:rPr>
                      </a:br>
                      <a:r>
                        <a:rPr lang="zh-CN" altLang="en-US" sz="1000" b="1" u="none" strike="noStrike" dirty="0">
                          <a:solidFill>
                            <a:srgbClr val="FFFFFF"/>
                          </a:solidFill>
                          <a:effectLst/>
                          <a:latin typeface="+mj-lt"/>
                          <a:ea typeface="+mn-ea"/>
                          <a:cs typeface="+mn-cs"/>
                        </a:rPr>
                        <a:t>收益率*</a:t>
                      </a:r>
                    </a:p>
                  </a:txBody>
                  <a:tcPr marL="9525" marR="9525" marT="9525" marB="0" anchor="ctr">
                    <a:solidFill>
                      <a:srgbClr val="002060"/>
                    </a:solidFill>
                  </a:tcPr>
                </a:tc>
                <a:extLst>
                  <a:ext uri="{0D108BD9-81ED-4DB2-BD59-A6C34878D82A}">
                    <a16:rowId xmlns:a16="http://schemas.microsoft.com/office/drawing/2014/main" val="1000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XS1993771325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Lee &amp; Man Paper  Manufacturing 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理文造纸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99.80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5/29/2024 @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5.59%</a:t>
                      </a:r>
                    </a:p>
                  </a:txBody>
                  <a:tcPr marL="4763" marR="4763" marT="4763" marB="0" anchor="ctr"/>
                </a:tc>
                <a:extLst>
                  <a:ext uri="{0D108BD9-81ED-4DB2-BD59-A6C34878D82A}">
                    <a16:rowId xmlns:a16="http://schemas.microsoft.com/office/drawing/2014/main" val="10003"/>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USG5975LAD85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Melco Resorts and Entertainment</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新濠博亚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澳门</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Ba3</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5.625%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94.65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7/17/2022 @ 102.813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2027/7/17</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6.83%</a:t>
                      </a:r>
                    </a:p>
                  </a:txBody>
                  <a:tcPr marL="4763" marR="4763" marT="4763" marB="0" anchor="ctr"/>
                </a:tc>
                <a:extLst>
                  <a:ext uri="{0D108BD9-81ED-4DB2-BD59-A6C34878D82A}">
                    <a16:rowId xmlns:a16="http://schemas.microsoft.com/office/drawing/2014/main" val="3577321519"/>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XS2026295639</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LS Finance 2017 Ltd. (Lifestyle)</a:t>
                      </a:r>
                      <a:endParaRPr 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利福国际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endParaRPr lang="zh-CN" altLang="en-US" sz="1000" b="0" i="0" u="none" strike="noStrike" dirty="0">
                        <a:solidFill>
                          <a:srgbClr val="000000"/>
                        </a:solidFill>
                        <a:effectLst/>
                        <a:latin typeface="+mj-lt"/>
                        <a:ea typeface="STXihei" panose="02010600040101010101" pitchFamily="2" charset="-122"/>
                      </a:endParaRP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endParaRPr lang="en-US" sz="1000" b="0" i="0" u="none" strike="noStrike" dirty="0">
                        <a:solidFill>
                          <a:srgbClr val="000000"/>
                        </a:solidFill>
                        <a:effectLst/>
                        <a:latin typeface="+mj-lt"/>
                        <a:ea typeface="STXihei" panose="02010600040101010101" pitchFamily="2" charset="-122"/>
                      </a:endParaRP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4.875%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95.50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2024/7/15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2.18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6.96%</a:t>
                      </a:r>
                    </a:p>
                  </a:txBody>
                  <a:tcPr marL="4763" marR="4763" marT="4763" marB="0" anchor="ctr"/>
                </a:tc>
                <a:extLst>
                  <a:ext uri="{0D108BD9-81ED-4DB2-BD59-A6C34878D82A}">
                    <a16:rowId xmlns:a16="http://schemas.microsoft.com/office/drawing/2014/main" val="855505160"/>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XS2038876558</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FWD Group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富卫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6.375%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102.90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9/13/2024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2.26</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5.14%</a:t>
                      </a:r>
                    </a:p>
                  </a:txBody>
                  <a:tcPr marL="4763" marR="4763" marT="4763" marB="0" anchor="ctr"/>
                </a:tc>
                <a:extLst>
                  <a:ext uri="{0D108BD9-81ED-4DB2-BD59-A6C34878D82A}">
                    <a16:rowId xmlns:a16="http://schemas.microsoft.com/office/drawing/2014/main" val="2100890303"/>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XS2050584866</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FEC Finance Ltd.</a:t>
                      </a:r>
                    </a:p>
                  </a:txBody>
                  <a:tcPr marL="114300" marR="4763" marT="4763" marB="0" anchor="ctr"/>
                </a:tc>
                <a:tc>
                  <a:txBody>
                    <a:bodyPr/>
                    <a:lstStyle/>
                    <a:p>
                      <a:pPr algn="l" fontAlgn="ctr"/>
                      <a:r>
                        <a:rPr lang="zh-CN" altLang="en-US" sz="1000" b="0" i="0" u="none" strike="noStrike">
                          <a:solidFill>
                            <a:srgbClr val="000000"/>
                          </a:solidFill>
                          <a:effectLst/>
                          <a:latin typeface="+mj-lt"/>
                          <a:ea typeface="STXihei" panose="02010600040101010101" pitchFamily="2" charset="-122"/>
                        </a:rPr>
                        <a:t>远东发展 </a:t>
                      </a:r>
                      <a:r>
                        <a:rPr lang="en-US" altLang="zh-CN" sz="1000" b="0" i="0" u="none" strike="noStrike">
                          <a:solidFill>
                            <a:srgbClr val="000000"/>
                          </a:solidFill>
                          <a:effectLst/>
                          <a:latin typeface="+mj-lt"/>
                          <a:ea typeface="STXihei" panose="02010600040101010101" pitchFamily="2" charset="-122"/>
                        </a:rPr>
                        <a:t>- </a:t>
                      </a:r>
                      <a:r>
                        <a:rPr lang="zh-CN" altLang="en-US" sz="1000" b="0" i="0" u="none" strike="noStrike">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7.375%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18/10/2024 @100</a:t>
                      </a:r>
                    </a:p>
                  </a:txBody>
                  <a:tcPr marL="4763" marR="4763" marT="4763" marB="0" anchor="ctr"/>
                </a:tc>
                <a:tc>
                  <a:txBody>
                    <a:bodyPr/>
                    <a:lstStyle/>
                    <a:p>
                      <a:pPr algn="ctr" fontAlgn="ctr"/>
                      <a:r>
                        <a:rPr lang="zh-CN" altLang="en-US" sz="1000" b="0" i="0" u="none" strike="noStrike" dirty="0">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2.31</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6.53%</a:t>
                      </a:r>
                    </a:p>
                  </a:txBody>
                  <a:tcPr marL="4763" marR="4763" marT="4763" marB="0" anchor="ctr"/>
                </a:tc>
                <a:extLst>
                  <a:ext uri="{0D108BD9-81ED-4DB2-BD59-A6C34878D82A}">
                    <a16:rowId xmlns:a16="http://schemas.microsoft.com/office/drawing/2014/main" val="2032190684"/>
                  </a:ext>
                </a:extLst>
              </a:tr>
              <a:tr h="433329">
                <a:tc>
                  <a:txBody>
                    <a:bodyPr/>
                    <a:lstStyle/>
                    <a:p>
                      <a:pPr algn="ctr" fontAlgn="ctr"/>
                      <a:r>
                        <a:rPr lang="en-US" sz="1000" b="0" i="0" u="none" strike="noStrike">
                          <a:solidFill>
                            <a:srgbClr val="000000"/>
                          </a:solidFill>
                          <a:effectLst/>
                          <a:latin typeface="+mj-lt"/>
                          <a:ea typeface="STXihei" panose="02010600040101010101" pitchFamily="2" charset="-122"/>
                        </a:rPr>
                        <a:t>XS2113708155</a:t>
                      </a:r>
                    </a:p>
                  </a:txBody>
                  <a:tcPr marL="4763" marR="4763" marT="4763" marB="0" anchor="ctr"/>
                </a:tc>
                <a:tc>
                  <a:txBody>
                    <a:bodyPr/>
                    <a:lstStyle/>
                    <a:p>
                      <a:pPr algn="l" fontAlgn="ctr"/>
                      <a:r>
                        <a:rPr lang="en-US" sz="1000" b="0" i="0" u="none" strike="noStrike">
                          <a:solidFill>
                            <a:srgbClr val="000000"/>
                          </a:solidFill>
                          <a:effectLst/>
                          <a:latin typeface="+mj-lt"/>
                          <a:ea typeface="STXihei" panose="02010600040101010101" pitchFamily="2" charset="-122"/>
                        </a:rPr>
                        <a:t>Shui On Development Holding</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瑞安房地产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中国</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93.60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3/3/2023 @ 102.75</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2025/3/3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2.62</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7.93%</a:t>
                      </a:r>
                    </a:p>
                  </a:txBody>
                  <a:tcPr marL="4763" marR="4763" marT="4763" marB="0" anchor="ctr"/>
                </a:tc>
                <a:extLst>
                  <a:ext uri="{0D108BD9-81ED-4DB2-BD59-A6C34878D82A}">
                    <a16:rowId xmlns:a16="http://schemas.microsoft.com/office/drawing/2014/main" val="215652078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XS2209966386</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Chong Hing Bank </a:t>
                      </a:r>
                      <a:r>
                        <a:rPr lang="en-US" sz="1000" b="0" i="0" u="none" strike="noStrike" dirty="0">
                          <a:solidFill>
                            <a:srgbClr val="000000"/>
                          </a:solidFill>
                          <a:effectLst/>
                          <a:latin typeface="+mj-lt"/>
                          <a:ea typeface="STXihei" panose="02010600040101010101" pitchFamily="2" charset="-122"/>
                        </a:rPr>
                        <a:t>Ltd.</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创兴银行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香港</a:t>
                      </a:r>
                    </a:p>
                  </a:txBody>
                  <a:tcPr marL="114300"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Ba2</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rPr>
                        <a:t>NR</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102.00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8/3/2025 @ 100</a:t>
                      </a:r>
                    </a:p>
                  </a:txBody>
                  <a:tcPr marL="4763" marR="4763" marT="4763" marB="0" anchor="ctr"/>
                </a:tc>
                <a:tc>
                  <a:txBody>
                    <a:bodyPr/>
                    <a:lstStyle/>
                    <a:p>
                      <a:pPr algn="ctr" fontAlgn="ctr"/>
                      <a:r>
                        <a:rPr lang="zh-CN" altLang="en-US" sz="1000" b="0" i="0" u="none" strike="noStrike">
                          <a:solidFill>
                            <a:srgbClr val="000000"/>
                          </a:solidFill>
                          <a:effectLst/>
                          <a:latin typeface="+mj-lt"/>
                          <a:ea typeface="STXihei" panose="02010600040101010101" pitchFamily="2" charset="-122"/>
                          <a:cs typeface="+mn-cs"/>
                        </a:rPr>
                        <a:t>永续债</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3.09</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4.86%</a:t>
                      </a:r>
                    </a:p>
                  </a:txBody>
                  <a:tcPr marL="4763" marR="4763" marT="4763" marB="0" anchor="ctr"/>
                </a:tc>
                <a:extLst>
                  <a:ext uri="{0D108BD9-81ED-4DB2-BD59-A6C34878D82A}">
                    <a16:rowId xmlns:a16="http://schemas.microsoft.com/office/drawing/2014/main" val="363133188"/>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US25470XAY13</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DISH DBS Corp.</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碟形网络公司 </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美国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WD</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7.75%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99.70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2026/7/1</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3.58</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7.83%</a:t>
                      </a:r>
                    </a:p>
                  </a:txBody>
                  <a:tcPr marL="4763" marR="4763" marT="4763" marB="0" anchor="ctr"/>
                </a:tc>
                <a:extLst>
                  <a:ext uri="{0D108BD9-81ED-4DB2-BD59-A6C34878D82A}">
                    <a16:rowId xmlns:a16="http://schemas.microsoft.com/office/drawing/2014/main" val="1926313040"/>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XS1422790615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cs typeface="+mn-cs"/>
                        </a:rPr>
                        <a:t>HUARONG FINANCE II</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cs typeface="+mn-cs"/>
                        </a:rPr>
                        <a:t>中国华融</a:t>
                      </a:r>
                      <a:r>
                        <a:rPr lang="en-US" altLang="zh-CN" sz="1000" b="0" i="0" u="none" strike="noStrike" dirty="0">
                          <a:solidFill>
                            <a:srgbClr val="000000"/>
                          </a:solidFill>
                          <a:effectLst/>
                          <a:latin typeface="+mj-lt"/>
                          <a:ea typeface="STXihei" panose="02010600040101010101" pitchFamily="2" charset="-122"/>
                          <a:cs typeface="+mn-cs"/>
                        </a:rPr>
                        <a:t>- </a:t>
                      </a:r>
                      <a:r>
                        <a:rPr lang="zh-CN" altLang="en-US" sz="1000" b="0" i="0" u="none" strike="noStrike" dirty="0">
                          <a:solidFill>
                            <a:srgbClr val="000000"/>
                          </a:solidFill>
                          <a:effectLst/>
                          <a:latin typeface="+mj-lt"/>
                          <a:ea typeface="STXihei" panose="02010600040101010101" pitchFamily="2" charset="-122"/>
                          <a:cs typeface="+mn-cs"/>
                        </a:rPr>
                        <a:t>中国</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NR</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BBB</a:t>
                      </a:r>
                    </a:p>
                  </a:txBody>
                  <a:tcPr marL="4763" marR="4763" marT="4763" marB="0" anchor="ctr"/>
                </a:tc>
                <a:tc>
                  <a:txBody>
                    <a:bodyPr/>
                    <a:lstStyle/>
                    <a:p>
                      <a:pPr algn="ctr" fontAlgn="ctr"/>
                      <a:r>
                        <a:rPr lang="en-US" sz="1000" b="0" i="0" u="none" strike="noStrike">
                          <a:solidFill>
                            <a:srgbClr val="000000"/>
                          </a:solidFill>
                          <a:effectLst/>
                          <a:latin typeface="+mj-lt"/>
                          <a:ea typeface="STXihei" panose="02010600040101010101" pitchFamily="2" charset="-122"/>
                          <a:cs typeface="+mn-cs"/>
                        </a:rPr>
                        <a:t>BBB *+</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4.625%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97.70</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cs typeface="+mn-cs"/>
                        </a:rPr>
                        <a:t>N/A</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2026/6/3</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3.77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5.23%</a:t>
                      </a:r>
                    </a:p>
                  </a:txBody>
                  <a:tcPr marL="4763" marR="4763" marT="4763" marB="0" anchor="ctr"/>
                </a:tc>
                <a:extLst>
                  <a:ext uri="{0D108BD9-81ED-4DB2-BD59-A6C34878D82A}">
                    <a16:rowId xmlns:a16="http://schemas.microsoft.com/office/drawing/2014/main" val="504954826"/>
                  </a:ext>
                </a:extLst>
              </a:tr>
              <a:tr h="433329">
                <a:tc>
                  <a:txBody>
                    <a:bodyPr/>
                    <a:lstStyle/>
                    <a:p>
                      <a:pPr algn="ctr" fontAlgn="ctr"/>
                      <a:r>
                        <a:rPr lang="en-US" sz="1000" b="0" i="0" u="none" strike="noStrike" dirty="0">
                          <a:solidFill>
                            <a:srgbClr val="000000"/>
                          </a:solidFill>
                          <a:effectLst/>
                          <a:latin typeface="+mj-lt"/>
                          <a:ea typeface="STXihei" panose="02010600040101010101" pitchFamily="2" charset="-122"/>
                        </a:rPr>
                        <a:t>US29250NAS45</a:t>
                      </a:r>
                    </a:p>
                  </a:txBody>
                  <a:tcPr marL="4763" marR="4763" marT="4763" marB="0" anchor="ctr"/>
                </a:tc>
                <a:tc>
                  <a:txBody>
                    <a:bodyPr/>
                    <a:lstStyle/>
                    <a:p>
                      <a:pPr algn="l" fontAlgn="ctr"/>
                      <a:r>
                        <a:rPr lang="en-US" sz="1000" b="0" i="0" u="none" strike="noStrike" dirty="0">
                          <a:solidFill>
                            <a:srgbClr val="000000"/>
                          </a:solidFill>
                          <a:effectLst/>
                          <a:latin typeface="+mj-lt"/>
                          <a:ea typeface="STXihei" panose="02010600040101010101" pitchFamily="2" charset="-122"/>
                        </a:rPr>
                        <a:t>Enbridge Inc.</a:t>
                      </a:r>
                    </a:p>
                  </a:txBody>
                  <a:tcPr marL="114300" marR="4763" marT="4763" marB="0" anchor="ctr"/>
                </a:tc>
                <a:tc>
                  <a:txBody>
                    <a:bodyPr/>
                    <a:lstStyle/>
                    <a:p>
                      <a:pPr algn="l" fontAlgn="ctr"/>
                      <a:r>
                        <a:rPr lang="zh-CN" altLang="en-US" sz="1000" b="0" i="0" u="none" strike="noStrike" dirty="0">
                          <a:solidFill>
                            <a:srgbClr val="000000"/>
                          </a:solidFill>
                          <a:effectLst/>
                          <a:latin typeface="+mj-lt"/>
                          <a:ea typeface="STXihei" panose="02010600040101010101" pitchFamily="2" charset="-122"/>
                        </a:rPr>
                        <a:t>安桥公司 </a:t>
                      </a:r>
                      <a:r>
                        <a:rPr lang="en-US" altLang="zh-CN" sz="1000" b="0" i="0" u="none" strike="noStrike" dirty="0">
                          <a:solidFill>
                            <a:srgbClr val="000000"/>
                          </a:solidFill>
                          <a:effectLst/>
                          <a:latin typeface="+mj-lt"/>
                          <a:ea typeface="STXihei" panose="02010600040101010101" pitchFamily="2" charset="-122"/>
                        </a:rPr>
                        <a:t>- </a:t>
                      </a:r>
                      <a:r>
                        <a:rPr lang="zh-CN" altLang="en-US" sz="1000" b="0" i="0" u="none" strike="noStrike" dirty="0">
                          <a:solidFill>
                            <a:srgbClr val="000000"/>
                          </a:solidFill>
                          <a:effectLst/>
                          <a:latin typeface="+mj-lt"/>
                          <a:ea typeface="STXihei" panose="02010600040101010101" pitchFamily="2" charset="-122"/>
                        </a:rPr>
                        <a:t>加拿大</a:t>
                      </a:r>
                    </a:p>
                  </a:txBody>
                  <a:tcPr marL="114300"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Baa3</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sz="1000" b="0" i="0" u="none" strike="noStrike" dirty="0">
                          <a:solidFill>
                            <a:srgbClr val="000000"/>
                          </a:solidFill>
                          <a:effectLst/>
                          <a:latin typeface="+mj-lt"/>
                          <a:ea typeface="STXihei" panose="02010600040101010101" pitchFamily="2" charset="-122"/>
                        </a:rPr>
                        <a:t>BBB-</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rPr>
                        <a:t>5.500%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99.50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7/15/2027 @100</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2077/7/15</a:t>
                      </a:r>
                    </a:p>
                  </a:txBody>
                  <a:tcPr marL="4763" marR="4763" marT="4763" marB="0" anchor="ctr"/>
                </a:tc>
                <a:tc>
                  <a:txBody>
                    <a:bodyPr/>
                    <a:lstStyle/>
                    <a:p>
                      <a:pPr algn="ctr" fontAlgn="ctr"/>
                      <a:r>
                        <a:rPr lang="en-US" altLang="zh-CN" sz="1000" b="0" i="0" u="none" strike="noStrike">
                          <a:solidFill>
                            <a:srgbClr val="000000"/>
                          </a:solidFill>
                          <a:effectLst/>
                          <a:latin typeface="+mj-lt"/>
                          <a:ea typeface="STXihei" panose="02010600040101010101" pitchFamily="2" charset="-122"/>
                          <a:cs typeface="+mn-cs"/>
                        </a:rPr>
                        <a:t>4.57</a:t>
                      </a:r>
                    </a:p>
                  </a:txBody>
                  <a:tcPr marL="4763" marR="4763" marT="4763" marB="0" anchor="ctr"/>
                </a:tc>
                <a:tc>
                  <a:txBody>
                    <a:bodyPr/>
                    <a:lstStyle/>
                    <a:p>
                      <a:pPr algn="ctr" fontAlgn="ctr"/>
                      <a:r>
                        <a:rPr lang="en-US" altLang="zh-CN" sz="1000" b="0" i="0" u="none" strike="noStrike" dirty="0">
                          <a:solidFill>
                            <a:srgbClr val="000000"/>
                          </a:solidFill>
                          <a:effectLst/>
                          <a:latin typeface="+mj-lt"/>
                          <a:ea typeface="STXihei" panose="02010600040101010101" pitchFamily="2" charset="-122"/>
                          <a:cs typeface="+mn-cs"/>
                        </a:rPr>
                        <a:t>5.61%</a:t>
                      </a:r>
                    </a:p>
                  </a:txBody>
                  <a:tcPr marL="4763" marR="4763" marT="4763" marB="0" anchor="ctr"/>
                </a:tc>
                <a:extLst>
                  <a:ext uri="{0D108BD9-81ED-4DB2-BD59-A6C34878D82A}">
                    <a16:rowId xmlns:a16="http://schemas.microsoft.com/office/drawing/2014/main" val="3057292522"/>
                  </a:ext>
                </a:extLst>
              </a:tr>
            </a:tbl>
          </a:graphicData>
        </a:graphic>
      </p:graphicFrame>
    </p:spTree>
    <p:extLst>
      <p:ext uri="{BB962C8B-B14F-4D97-AF65-F5344CB8AC3E}">
        <p14:creationId xmlns:p14="http://schemas.microsoft.com/office/powerpoint/2010/main" val="127434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338AFC4-9892-49B9-B466-DC106419FEE1}"/>
              </a:ext>
            </a:extLst>
          </p:cNvPr>
          <p:cNvSpPr>
            <a:spLocks noGrp="1"/>
          </p:cNvSpPr>
          <p:nvPr>
            <p:ph type="title"/>
          </p:nvPr>
        </p:nvSpPr>
        <p:spPr>
          <a:xfrm>
            <a:off x="381575" y="3"/>
            <a:ext cx="8354291" cy="856211"/>
          </a:xfrm>
        </p:spPr>
        <p:txBody>
          <a:bodyPr/>
          <a:lstStyle/>
          <a:p>
            <a:r>
              <a:rPr lang="zh-CN" altLang="en-US" dirty="0"/>
              <a:t>联系我们</a:t>
            </a:r>
          </a:p>
        </p:txBody>
      </p:sp>
      <p:grpSp>
        <p:nvGrpSpPr>
          <p:cNvPr id="2" name="组合 1">
            <a:extLst>
              <a:ext uri="{FF2B5EF4-FFF2-40B4-BE49-F238E27FC236}">
                <a16:creationId xmlns:a16="http://schemas.microsoft.com/office/drawing/2014/main" id="{77F3A00F-710C-8928-D71A-D77C6E332104}"/>
              </a:ext>
            </a:extLst>
          </p:cNvPr>
          <p:cNvGrpSpPr/>
          <p:nvPr/>
        </p:nvGrpSpPr>
        <p:grpSpPr>
          <a:xfrm>
            <a:off x="535448" y="1956176"/>
            <a:ext cx="3597913" cy="3736041"/>
            <a:chOff x="815035" y="2092230"/>
            <a:chExt cx="3778457" cy="3923516"/>
          </a:xfrm>
        </p:grpSpPr>
        <p:grpSp>
          <p:nvGrpSpPr>
            <p:cNvPr id="3" name="组合 2">
              <a:extLst>
                <a:ext uri="{FF2B5EF4-FFF2-40B4-BE49-F238E27FC236}">
                  <a16:creationId xmlns:a16="http://schemas.microsoft.com/office/drawing/2014/main" id="{1F4D8169-0087-890A-3F0C-BC8EF450E88B}"/>
                </a:ext>
              </a:extLst>
            </p:cNvPr>
            <p:cNvGrpSpPr/>
            <p:nvPr/>
          </p:nvGrpSpPr>
          <p:grpSpPr>
            <a:xfrm>
              <a:off x="815035" y="2092230"/>
              <a:ext cx="3778457" cy="3923516"/>
              <a:chOff x="806243" y="2206460"/>
              <a:chExt cx="3778457" cy="3923516"/>
            </a:xfrm>
          </p:grpSpPr>
          <p:grpSp>
            <p:nvGrpSpPr>
              <p:cNvPr id="8" name="组合 7">
                <a:extLst>
                  <a:ext uri="{FF2B5EF4-FFF2-40B4-BE49-F238E27FC236}">
                    <a16:creationId xmlns:a16="http://schemas.microsoft.com/office/drawing/2014/main" id="{7FDDDDB8-20D6-84C2-D907-99B343779F7B}"/>
                  </a:ext>
                </a:extLst>
              </p:cNvPr>
              <p:cNvGrpSpPr/>
              <p:nvPr/>
            </p:nvGrpSpPr>
            <p:grpSpPr>
              <a:xfrm>
                <a:off x="806243" y="2206460"/>
                <a:ext cx="3778457" cy="3923516"/>
                <a:chOff x="806243" y="2106087"/>
                <a:chExt cx="3549417" cy="3685683"/>
              </a:xfrm>
            </p:grpSpPr>
            <p:grpSp>
              <p:nvGrpSpPr>
                <p:cNvPr id="22" name="ïṧ1iḑè">
                  <a:extLst>
                    <a:ext uri="{FF2B5EF4-FFF2-40B4-BE49-F238E27FC236}">
                      <a16:creationId xmlns:a16="http://schemas.microsoft.com/office/drawing/2014/main" id="{134BA3DC-0E75-72DE-DB2B-630AA4AFD007}"/>
                    </a:ext>
                  </a:extLst>
                </p:cNvPr>
                <p:cNvGrpSpPr/>
                <p:nvPr/>
              </p:nvGrpSpPr>
              <p:grpSpPr>
                <a:xfrm>
                  <a:off x="806243" y="2106087"/>
                  <a:ext cx="3549417" cy="3646370"/>
                  <a:chOff x="1537719" y="1628800"/>
                  <a:chExt cx="3661643" cy="3761661"/>
                </a:xfrm>
              </p:grpSpPr>
              <p:sp>
                <p:nvSpPr>
                  <p:cNvPr id="30" name="ïṡḻîḍê">
                    <a:extLst>
                      <a:ext uri="{FF2B5EF4-FFF2-40B4-BE49-F238E27FC236}">
                        <a16:creationId xmlns:a16="http://schemas.microsoft.com/office/drawing/2014/main" id="{3D625B4C-3968-B2EF-AF76-E026505DF1AF}"/>
                      </a:ext>
                    </a:extLst>
                  </p:cNvPr>
                  <p:cNvSpPr/>
                  <p:nvPr/>
                </p:nvSpPr>
                <p:spPr bwMode="auto">
                  <a:xfrm>
                    <a:off x="2611922" y="3197892"/>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rgbClr val="C0504D"/>
                  </a:solidFill>
                  <a:ln w="3175">
                    <a:noFill/>
                    <a:prstDash val="solid"/>
                    <a:round/>
                    <a:headEnd/>
                    <a:tailEnd/>
                  </a:ln>
                </p:spPr>
                <p:txBody>
                  <a:bodyPr wrap="square" lIns="91440" tIns="45720" rIns="91440" bIns="45720" anchor="ctr">
                    <a:normAutofit/>
                  </a:bodyPr>
                  <a:lstStyle/>
                  <a:p>
                    <a:pPr algn="ctr"/>
                    <a:endParaRPr dirty="0"/>
                  </a:p>
                </p:txBody>
              </p:sp>
              <p:sp>
                <p:nvSpPr>
                  <p:cNvPr id="31" name="i$1iḍè">
                    <a:extLst>
                      <a:ext uri="{FF2B5EF4-FFF2-40B4-BE49-F238E27FC236}">
                        <a16:creationId xmlns:a16="http://schemas.microsoft.com/office/drawing/2014/main" id="{3B2B77E4-287B-6769-EB5B-6C6C6CC0905C}"/>
                      </a:ext>
                    </a:extLst>
                  </p:cNvPr>
                  <p:cNvSpPr/>
                  <p:nvPr/>
                </p:nvSpPr>
                <p:spPr bwMode="auto">
                  <a:xfrm>
                    <a:off x="4336881" y="3499241"/>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2" name="íṩḷiḍé">
                    <a:extLst>
                      <a:ext uri="{FF2B5EF4-FFF2-40B4-BE49-F238E27FC236}">
                        <a16:creationId xmlns:a16="http://schemas.microsoft.com/office/drawing/2014/main" id="{6D4D50C6-0924-3A4E-D9F3-1CCB880674FA}"/>
                      </a:ext>
                    </a:extLst>
                  </p:cNvPr>
                  <p:cNvSpPr/>
                  <p:nvPr/>
                </p:nvSpPr>
                <p:spPr bwMode="auto">
                  <a:xfrm>
                    <a:off x="4303109" y="3818773"/>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grpSp>
                <p:nvGrpSpPr>
                  <p:cNvPr id="33" name="isļiḑe">
                    <a:extLst>
                      <a:ext uri="{FF2B5EF4-FFF2-40B4-BE49-F238E27FC236}">
                        <a16:creationId xmlns:a16="http://schemas.microsoft.com/office/drawing/2014/main" id="{7B6EE5F7-0B85-D131-38BB-8AD487F4BD27}"/>
                      </a:ext>
                    </a:extLst>
                  </p:cNvPr>
                  <p:cNvGrpSpPr/>
                  <p:nvPr/>
                </p:nvGrpSpPr>
                <p:grpSpPr>
                  <a:xfrm>
                    <a:off x="1537719" y="1628800"/>
                    <a:ext cx="3661643" cy="3761661"/>
                    <a:chOff x="1523492" y="1628800"/>
                    <a:chExt cx="3661643" cy="3761661"/>
                  </a:xfrm>
                  <a:solidFill>
                    <a:schemeClr val="bg1">
                      <a:lumMod val="95000"/>
                    </a:schemeClr>
                  </a:solidFill>
                </p:grpSpPr>
                <p:sp>
                  <p:nvSpPr>
                    <p:cNvPr id="34" name="isļïdé">
                      <a:extLst>
                        <a:ext uri="{FF2B5EF4-FFF2-40B4-BE49-F238E27FC236}">
                          <a16:creationId xmlns:a16="http://schemas.microsoft.com/office/drawing/2014/main" id="{04149B53-4DF9-4FA0-9BA8-2BA87CF03AE3}"/>
                        </a:ext>
                      </a:extLst>
                    </p:cNvPr>
                    <p:cNvSpPr/>
                    <p:nvPr/>
                  </p:nvSpPr>
                  <p:spPr bwMode="auto">
                    <a:xfrm>
                      <a:off x="3478359" y="4677357"/>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35" name="is1iḋê">
                      <a:extLst>
                        <a:ext uri="{FF2B5EF4-FFF2-40B4-BE49-F238E27FC236}">
                          <a16:creationId xmlns:a16="http://schemas.microsoft.com/office/drawing/2014/main" id="{7F3B7997-3CAC-89CC-78D3-E87E08759802}"/>
                        </a:ext>
                      </a:extLst>
                    </p:cNvPr>
                    <p:cNvSpPr/>
                    <p:nvPr/>
                  </p:nvSpPr>
                  <p:spPr bwMode="auto">
                    <a:xfrm>
                      <a:off x="1523492" y="1628800"/>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6" name="iSlïḓè">
                      <a:extLst>
                        <a:ext uri="{FF2B5EF4-FFF2-40B4-BE49-F238E27FC236}">
                          <a16:creationId xmlns:a16="http://schemas.microsoft.com/office/drawing/2014/main" id="{EC8950FF-AD94-75AE-BC19-CE61D8EDA4CA}"/>
                        </a:ext>
                      </a:extLst>
                    </p:cNvPr>
                    <p:cNvSpPr/>
                    <p:nvPr/>
                  </p:nvSpPr>
                  <p:spPr bwMode="auto">
                    <a:xfrm>
                      <a:off x="4233030" y="3633029"/>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55000" lnSpcReduction="20000"/>
                    </a:bodyPr>
                    <a:lstStyle/>
                    <a:p>
                      <a:pPr algn="ctr"/>
                      <a:endParaRPr/>
                    </a:p>
                  </p:txBody>
                </p:sp>
                <p:sp>
                  <p:nvSpPr>
                    <p:cNvPr id="37" name="ïṩľiḍé">
                      <a:extLst>
                        <a:ext uri="{FF2B5EF4-FFF2-40B4-BE49-F238E27FC236}">
                          <a16:creationId xmlns:a16="http://schemas.microsoft.com/office/drawing/2014/main" id="{2BD2DF95-D3E0-72F2-67CF-C1A9DECED5B4}"/>
                        </a:ext>
                      </a:extLst>
                    </p:cNvPr>
                    <p:cNvSpPr/>
                    <p:nvPr/>
                  </p:nvSpPr>
                  <p:spPr bwMode="auto">
                    <a:xfrm>
                      <a:off x="3162723" y="3338175"/>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8" name="iṧľîdê">
                      <a:extLst>
                        <a:ext uri="{FF2B5EF4-FFF2-40B4-BE49-F238E27FC236}">
                          <a16:creationId xmlns:a16="http://schemas.microsoft.com/office/drawing/2014/main" id="{80B5BC0B-7735-0B49-1717-0B3676A32289}"/>
                        </a:ext>
                      </a:extLst>
                    </p:cNvPr>
                    <p:cNvSpPr/>
                    <p:nvPr/>
                  </p:nvSpPr>
                  <p:spPr bwMode="auto">
                    <a:xfrm>
                      <a:off x="2096313" y="3265435"/>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39" name="îSľíḑe">
                      <a:extLst>
                        <a:ext uri="{FF2B5EF4-FFF2-40B4-BE49-F238E27FC236}">
                          <a16:creationId xmlns:a16="http://schemas.microsoft.com/office/drawing/2014/main" id="{95B19516-8D2B-4EC3-7139-0405591A26D6}"/>
                        </a:ext>
                      </a:extLst>
                    </p:cNvPr>
                    <p:cNvSpPr/>
                    <p:nvPr/>
                  </p:nvSpPr>
                  <p:spPr bwMode="auto">
                    <a:xfrm>
                      <a:off x="2366487" y="3670696"/>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40" name="i$líḍè">
                      <a:extLst>
                        <a:ext uri="{FF2B5EF4-FFF2-40B4-BE49-F238E27FC236}">
                          <a16:creationId xmlns:a16="http://schemas.microsoft.com/office/drawing/2014/main" id="{0A033483-5828-48C5-74CE-16543E61478A}"/>
                        </a:ext>
                      </a:extLst>
                    </p:cNvPr>
                    <p:cNvSpPr/>
                    <p:nvPr/>
                  </p:nvSpPr>
                  <p:spPr bwMode="auto">
                    <a:xfrm>
                      <a:off x="2287253" y="3768116"/>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62500" lnSpcReduction="20000"/>
                    </a:bodyPr>
                    <a:lstStyle/>
                    <a:p>
                      <a:pPr algn="ctr"/>
                      <a:endParaRPr/>
                    </a:p>
                  </p:txBody>
                </p:sp>
                <p:sp>
                  <p:nvSpPr>
                    <p:cNvPr id="41" name="ïş1idè">
                      <a:extLst>
                        <a:ext uri="{FF2B5EF4-FFF2-40B4-BE49-F238E27FC236}">
                          <a16:creationId xmlns:a16="http://schemas.microsoft.com/office/drawing/2014/main" id="{13CD1AAF-0BC5-9EE0-9B47-E1C8E528DD53}"/>
                        </a:ext>
                      </a:extLst>
                    </p:cNvPr>
                    <p:cNvSpPr/>
                    <p:nvPr/>
                  </p:nvSpPr>
                  <p:spPr bwMode="auto">
                    <a:xfrm>
                      <a:off x="4173279" y="4492911"/>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2" name="iṥļíḋê">
                      <a:extLst>
                        <a:ext uri="{FF2B5EF4-FFF2-40B4-BE49-F238E27FC236}">
                          <a16:creationId xmlns:a16="http://schemas.microsoft.com/office/drawing/2014/main" id="{63824CF9-8126-4E74-9AA8-438EDBD48309}"/>
                        </a:ext>
                      </a:extLst>
                    </p:cNvPr>
                    <p:cNvSpPr/>
                    <p:nvPr/>
                  </p:nvSpPr>
                  <p:spPr bwMode="auto">
                    <a:xfrm>
                      <a:off x="3573181" y="4883884"/>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3" name="íşḷïḑe">
                      <a:extLst>
                        <a:ext uri="{FF2B5EF4-FFF2-40B4-BE49-F238E27FC236}">
                          <a16:creationId xmlns:a16="http://schemas.microsoft.com/office/drawing/2014/main" id="{36995848-5B09-2F3C-0843-F8057EFC2EA7}"/>
                        </a:ext>
                      </a:extLst>
                    </p:cNvPr>
                    <p:cNvSpPr/>
                    <p:nvPr/>
                  </p:nvSpPr>
                  <p:spPr bwMode="auto">
                    <a:xfrm>
                      <a:off x="4370714" y="5320319"/>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4" name="iṣ1íḑe">
                      <a:extLst>
                        <a:ext uri="{FF2B5EF4-FFF2-40B4-BE49-F238E27FC236}">
                          <a16:creationId xmlns:a16="http://schemas.microsoft.com/office/drawing/2014/main" id="{E80C859A-36B1-358B-E6AB-8303439DF027}"/>
                        </a:ext>
                      </a:extLst>
                    </p:cNvPr>
                    <p:cNvSpPr/>
                    <p:nvPr/>
                  </p:nvSpPr>
                  <p:spPr bwMode="auto">
                    <a:xfrm>
                      <a:off x="3709566" y="4860505"/>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45" name="íŝľiḑé">
                      <a:extLst>
                        <a:ext uri="{FF2B5EF4-FFF2-40B4-BE49-F238E27FC236}">
                          <a16:creationId xmlns:a16="http://schemas.microsoft.com/office/drawing/2014/main" id="{FCBF830F-8DEB-9207-997E-F74BE35B570C}"/>
                        </a:ext>
                      </a:extLst>
                    </p:cNvPr>
                    <p:cNvSpPr/>
                    <p:nvPr/>
                  </p:nvSpPr>
                  <p:spPr bwMode="auto">
                    <a:xfrm>
                      <a:off x="4101840" y="4926748"/>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6" name="iṣ1iḋè">
                      <a:extLst>
                        <a:ext uri="{FF2B5EF4-FFF2-40B4-BE49-F238E27FC236}">
                          <a16:creationId xmlns:a16="http://schemas.microsoft.com/office/drawing/2014/main" id="{B07B8D5E-34A4-9765-A7F4-D78BBFC73BC8}"/>
                        </a:ext>
                      </a:extLst>
                    </p:cNvPr>
                    <p:cNvSpPr/>
                    <p:nvPr/>
                  </p:nvSpPr>
                  <p:spPr bwMode="auto">
                    <a:xfrm>
                      <a:off x="3732948" y="4378606"/>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47" name="îşḷiḍé">
                      <a:extLst>
                        <a:ext uri="{FF2B5EF4-FFF2-40B4-BE49-F238E27FC236}">
                          <a16:creationId xmlns:a16="http://schemas.microsoft.com/office/drawing/2014/main" id="{6672F7DF-8C3F-F66A-9238-E3C86DD43921}"/>
                        </a:ext>
                      </a:extLst>
                    </p:cNvPr>
                    <p:cNvSpPr/>
                    <p:nvPr/>
                  </p:nvSpPr>
                  <p:spPr bwMode="auto">
                    <a:xfrm>
                      <a:off x="3762822" y="4643584"/>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48" name="iṡḷîdé">
                      <a:extLst>
                        <a:ext uri="{FF2B5EF4-FFF2-40B4-BE49-F238E27FC236}">
                          <a16:creationId xmlns:a16="http://schemas.microsoft.com/office/drawing/2014/main" id="{5AC051D6-B4F8-59FB-7358-F3F342C03BF9}"/>
                        </a:ext>
                      </a:extLst>
                    </p:cNvPr>
                    <p:cNvSpPr/>
                    <p:nvPr/>
                  </p:nvSpPr>
                  <p:spPr bwMode="auto">
                    <a:xfrm>
                      <a:off x="3678392" y="4408481"/>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49" name="íśļidé">
                      <a:extLst>
                        <a:ext uri="{FF2B5EF4-FFF2-40B4-BE49-F238E27FC236}">
                          <a16:creationId xmlns:a16="http://schemas.microsoft.com/office/drawing/2014/main" id="{9C1600E4-8FAC-C9B7-A0D8-C0E248A43F76}"/>
                        </a:ext>
                      </a:extLst>
                    </p:cNvPr>
                    <p:cNvSpPr/>
                    <p:nvPr/>
                  </p:nvSpPr>
                  <p:spPr bwMode="auto">
                    <a:xfrm>
                      <a:off x="3612148" y="4469530"/>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0" name="iṥľïḓè">
                      <a:extLst>
                        <a:ext uri="{FF2B5EF4-FFF2-40B4-BE49-F238E27FC236}">
                          <a16:creationId xmlns:a16="http://schemas.microsoft.com/office/drawing/2014/main" id="{564D20C8-D220-E829-23B7-7EC49874D99D}"/>
                        </a:ext>
                      </a:extLst>
                    </p:cNvPr>
                    <p:cNvSpPr/>
                    <p:nvPr/>
                  </p:nvSpPr>
                  <p:spPr bwMode="auto">
                    <a:xfrm>
                      <a:off x="3460173" y="4229231"/>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1" name="ïşḻïḋé">
                      <a:extLst>
                        <a:ext uri="{FF2B5EF4-FFF2-40B4-BE49-F238E27FC236}">
                          <a16:creationId xmlns:a16="http://schemas.microsoft.com/office/drawing/2014/main" id="{659B4048-A629-A3C8-BA12-C14C15DC58EC}"/>
                        </a:ext>
                      </a:extLst>
                    </p:cNvPr>
                    <p:cNvSpPr/>
                    <p:nvPr/>
                  </p:nvSpPr>
                  <p:spPr bwMode="auto">
                    <a:xfrm>
                      <a:off x="3136745" y="4789064"/>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2" name="ïsļiḋé">
                      <a:extLst>
                        <a:ext uri="{FF2B5EF4-FFF2-40B4-BE49-F238E27FC236}">
                          <a16:creationId xmlns:a16="http://schemas.microsoft.com/office/drawing/2014/main" id="{9A32CF52-8183-8D35-B6DB-5785982071C4}"/>
                        </a:ext>
                      </a:extLst>
                    </p:cNvPr>
                    <p:cNvSpPr/>
                    <p:nvPr/>
                  </p:nvSpPr>
                  <p:spPr bwMode="auto">
                    <a:xfrm>
                      <a:off x="2792533" y="4077258"/>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3" name="ís1îde">
                      <a:extLst>
                        <a:ext uri="{FF2B5EF4-FFF2-40B4-BE49-F238E27FC236}">
                          <a16:creationId xmlns:a16="http://schemas.microsoft.com/office/drawing/2014/main" id="{FABA202E-6E8F-90FA-E8B3-92B9DAD86114}"/>
                        </a:ext>
                      </a:extLst>
                    </p:cNvPr>
                    <p:cNvSpPr/>
                    <p:nvPr/>
                  </p:nvSpPr>
                  <p:spPr bwMode="auto">
                    <a:xfrm>
                      <a:off x="3328985" y="4279889"/>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0000" lnSpcReduction="20000"/>
                    </a:bodyPr>
                    <a:lstStyle/>
                    <a:p>
                      <a:pPr algn="ctr"/>
                      <a:endParaRPr/>
                    </a:p>
                  </p:txBody>
                </p:sp>
                <p:sp>
                  <p:nvSpPr>
                    <p:cNvPr id="54" name="íṧļïḓè">
                      <a:extLst>
                        <a:ext uri="{FF2B5EF4-FFF2-40B4-BE49-F238E27FC236}">
                          <a16:creationId xmlns:a16="http://schemas.microsoft.com/office/drawing/2014/main" id="{A7FDC394-44EA-F915-6DE9-A7D6B2631390}"/>
                        </a:ext>
                      </a:extLst>
                    </p:cNvPr>
                    <p:cNvSpPr/>
                    <p:nvPr/>
                  </p:nvSpPr>
                  <p:spPr bwMode="auto">
                    <a:xfrm>
                      <a:off x="3341974" y="4230530"/>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5" name="iSľíďê">
                      <a:extLst>
                        <a:ext uri="{FF2B5EF4-FFF2-40B4-BE49-F238E27FC236}">
                          <a16:creationId xmlns:a16="http://schemas.microsoft.com/office/drawing/2014/main" id="{EB07230C-3B10-0126-2227-7CB5B6866FC1}"/>
                        </a:ext>
                      </a:extLst>
                    </p:cNvPr>
                    <p:cNvSpPr/>
                    <p:nvPr/>
                  </p:nvSpPr>
                  <p:spPr bwMode="auto">
                    <a:xfrm>
                      <a:off x="3097778" y="4168180"/>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56" name="ïš1ídé">
                      <a:extLst>
                        <a:ext uri="{FF2B5EF4-FFF2-40B4-BE49-F238E27FC236}">
                          <a16:creationId xmlns:a16="http://schemas.microsoft.com/office/drawing/2014/main" id="{10482140-DD6B-621C-8939-DE914B42E11A}"/>
                        </a:ext>
                      </a:extLst>
                    </p:cNvPr>
                    <p:cNvSpPr/>
                    <p:nvPr/>
                  </p:nvSpPr>
                  <p:spPr bwMode="auto">
                    <a:xfrm>
                      <a:off x="2567819" y="3961652"/>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57" name="î$1iḓê">
                      <a:extLst>
                        <a:ext uri="{FF2B5EF4-FFF2-40B4-BE49-F238E27FC236}">
                          <a16:creationId xmlns:a16="http://schemas.microsoft.com/office/drawing/2014/main" id="{B1FEBB90-697D-498A-4FC6-4AF198F345D5}"/>
                        </a:ext>
                      </a:extLst>
                    </p:cNvPr>
                    <p:cNvSpPr/>
                    <p:nvPr/>
                  </p:nvSpPr>
                  <p:spPr bwMode="auto">
                    <a:xfrm>
                      <a:off x="2856177" y="3939572"/>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32500" lnSpcReduction="20000"/>
                    </a:bodyPr>
                    <a:lstStyle/>
                    <a:p>
                      <a:pPr algn="ctr"/>
                      <a:endParaRPr/>
                    </a:p>
                  </p:txBody>
                </p:sp>
                <p:sp>
                  <p:nvSpPr>
                    <p:cNvPr id="58" name="ï$1ïḑe">
                      <a:extLst>
                        <a:ext uri="{FF2B5EF4-FFF2-40B4-BE49-F238E27FC236}">
                          <a16:creationId xmlns:a16="http://schemas.microsoft.com/office/drawing/2014/main" id="{53A34D53-B758-31D5-C097-03210C6461B3}"/>
                        </a:ext>
                      </a:extLst>
                    </p:cNvPr>
                    <p:cNvSpPr/>
                    <p:nvPr/>
                  </p:nvSpPr>
                  <p:spPr bwMode="auto">
                    <a:xfrm>
                      <a:off x="2540542" y="3901904"/>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92500" lnSpcReduction="20000"/>
                    </a:bodyPr>
                    <a:lstStyle/>
                    <a:p>
                      <a:pPr algn="ctr"/>
                      <a:endParaRPr/>
                    </a:p>
                  </p:txBody>
                </p:sp>
                <p:sp>
                  <p:nvSpPr>
                    <p:cNvPr id="59" name="îṣľíḍê">
                      <a:extLst>
                        <a:ext uri="{FF2B5EF4-FFF2-40B4-BE49-F238E27FC236}">
                          <a16:creationId xmlns:a16="http://schemas.microsoft.com/office/drawing/2014/main" id="{3EC9D9F4-420D-CF1B-D44B-1687B3C21E07}"/>
                        </a:ext>
                      </a:extLst>
                    </p:cNvPr>
                    <p:cNvSpPr/>
                    <p:nvPr/>
                  </p:nvSpPr>
                  <p:spPr bwMode="auto">
                    <a:xfrm>
                      <a:off x="2075531" y="3883718"/>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0" name="îSlîďe">
                      <a:extLst>
                        <a:ext uri="{FF2B5EF4-FFF2-40B4-BE49-F238E27FC236}">
                          <a16:creationId xmlns:a16="http://schemas.microsoft.com/office/drawing/2014/main" id="{53547415-F102-5017-3177-8DF431FE1087}"/>
                        </a:ext>
                      </a:extLst>
                    </p:cNvPr>
                    <p:cNvSpPr/>
                    <p:nvPr/>
                  </p:nvSpPr>
                  <p:spPr bwMode="auto">
                    <a:xfrm>
                      <a:off x="1957330" y="3965551"/>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70000" lnSpcReduction="20000"/>
                    </a:bodyPr>
                    <a:lstStyle/>
                    <a:p>
                      <a:pPr algn="ctr"/>
                      <a:endParaRPr/>
                    </a:p>
                  </p:txBody>
                </p:sp>
                <p:sp>
                  <p:nvSpPr>
                    <p:cNvPr id="61" name="iṩlïḋè">
                      <a:extLst>
                        <a:ext uri="{FF2B5EF4-FFF2-40B4-BE49-F238E27FC236}">
                          <a16:creationId xmlns:a16="http://schemas.microsoft.com/office/drawing/2014/main" id="{7CC4511B-492F-BFFC-93ED-E6AF2F95B77B}"/>
                        </a:ext>
                      </a:extLst>
                    </p:cNvPr>
                    <p:cNvSpPr/>
                    <p:nvPr/>
                  </p:nvSpPr>
                  <p:spPr bwMode="auto">
                    <a:xfrm>
                      <a:off x="2179445" y="4192861"/>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2" name="îSḻîdê">
                      <a:extLst>
                        <a:ext uri="{FF2B5EF4-FFF2-40B4-BE49-F238E27FC236}">
                          <a16:creationId xmlns:a16="http://schemas.microsoft.com/office/drawing/2014/main" id="{8D3F5726-6663-AF13-32D6-E1C9E0A0C329}"/>
                        </a:ext>
                      </a:extLst>
                    </p:cNvPr>
                    <p:cNvSpPr/>
                    <p:nvPr/>
                  </p:nvSpPr>
                  <p:spPr bwMode="auto">
                    <a:xfrm>
                      <a:off x="1866406" y="3972045"/>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3" name="iś1îďé">
                      <a:extLst>
                        <a:ext uri="{FF2B5EF4-FFF2-40B4-BE49-F238E27FC236}">
                          <a16:creationId xmlns:a16="http://schemas.microsoft.com/office/drawing/2014/main" id="{B43B94F1-7D4A-8EB2-9BBF-623328948ECB}"/>
                        </a:ext>
                      </a:extLst>
                    </p:cNvPr>
                    <p:cNvSpPr/>
                    <p:nvPr/>
                  </p:nvSpPr>
                  <p:spPr bwMode="auto">
                    <a:xfrm>
                      <a:off x="1832634" y="4096740"/>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4" name="í$ľíḓè">
                      <a:extLst>
                        <a:ext uri="{FF2B5EF4-FFF2-40B4-BE49-F238E27FC236}">
                          <a16:creationId xmlns:a16="http://schemas.microsoft.com/office/drawing/2014/main" id="{2E72371F-12C5-DCD1-033B-58FC6ECA015D}"/>
                        </a:ext>
                      </a:extLst>
                    </p:cNvPr>
                    <p:cNvSpPr/>
                    <p:nvPr/>
                  </p:nvSpPr>
                  <p:spPr bwMode="auto">
                    <a:xfrm>
                      <a:off x="1870302" y="4096740"/>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5" name="íṣľiḓe">
                      <a:extLst>
                        <a:ext uri="{FF2B5EF4-FFF2-40B4-BE49-F238E27FC236}">
                          <a16:creationId xmlns:a16="http://schemas.microsoft.com/office/drawing/2014/main" id="{E3567C25-EAEA-0FD5-E59D-5C06F566AE33}"/>
                        </a:ext>
                      </a:extLst>
                    </p:cNvPr>
                    <p:cNvSpPr/>
                    <p:nvPr/>
                  </p:nvSpPr>
                  <p:spPr bwMode="auto">
                    <a:xfrm>
                      <a:off x="1857313" y="4124020"/>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6" name="íşlïdè">
                      <a:extLst>
                        <a:ext uri="{FF2B5EF4-FFF2-40B4-BE49-F238E27FC236}">
                          <a16:creationId xmlns:a16="http://schemas.microsoft.com/office/drawing/2014/main" id="{DE638A97-90E6-2916-6434-1E1C9F8207FB}"/>
                        </a:ext>
                      </a:extLst>
                    </p:cNvPr>
                    <p:cNvSpPr/>
                    <p:nvPr/>
                  </p:nvSpPr>
                  <p:spPr bwMode="auto">
                    <a:xfrm>
                      <a:off x="1857312" y="4057773"/>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7" name="îsḻîḋé">
                      <a:extLst>
                        <a:ext uri="{FF2B5EF4-FFF2-40B4-BE49-F238E27FC236}">
                          <a16:creationId xmlns:a16="http://schemas.microsoft.com/office/drawing/2014/main" id="{5796766C-A1E8-DCCF-CCB5-FEE6C252BDC9}"/>
                        </a:ext>
                      </a:extLst>
                    </p:cNvPr>
                    <p:cNvSpPr/>
                    <p:nvPr/>
                  </p:nvSpPr>
                  <p:spPr bwMode="auto">
                    <a:xfrm>
                      <a:off x="1859911" y="4094143"/>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68" name="iSļíḋe">
                      <a:extLst>
                        <a:ext uri="{FF2B5EF4-FFF2-40B4-BE49-F238E27FC236}">
                          <a16:creationId xmlns:a16="http://schemas.microsoft.com/office/drawing/2014/main" id="{5C1CA35A-A177-F132-86C0-540E191543E7}"/>
                        </a:ext>
                      </a:extLst>
                    </p:cNvPr>
                    <p:cNvSpPr/>
                    <p:nvPr/>
                  </p:nvSpPr>
                  <p:spPr bwMode="auto">
                    <a:xfrm>
                      <a:off x="1856014" y="4130513"/>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grp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69" name="ïS1îḋé">
                      <a:extLst>
                        <a:ext uri="{FF2B5EF4-FFF2-40B4-BE49-F238E27FC236}">
                          <a16:creationId xmlns:a16="http://schemas.microsoft.com/office/drawing/2014/main" id="{6B8E26F4-C040-AD56-D156-39734710062E}"/>
                        </a:ext>
                      </a:extLst>
                    </p:cNvPr>
                    <p:cNvSpPr/>
                    <p:nvPr/>
                  </p:nvSpPr>
                  <p:spPr bwMode="auto">
                    <a:xfrm>
                      <a:off x="2301541" y="4309762"/>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0" name="ïŝḷïḑé">
                      <a:extLst>
                        <a:ext uri="{FF2B5EF4-FFF2-40B4-BE49-F238E27FC236}">
                          <a16:creationId xmlns:a16="http://schemas.microsoft.com/office/drawing/2014/main" id="{D973B640-6197-29FC-D1B4-8CB637E64B5C}"/>
                        </a:ext>
                      </a:extLst>
                    </p:cNvPr>
                    <p:cNvSpPr/>
                    <p:nvPr/>
                  </p:nvSpPr>
                  <p:spPr bwMode="auto">
                    <a:xfrm>
                      <a:off x="2324922" y="4313661"/>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1" name="iṡlïḍe">
                      <a:extLst>
                        <a:ext uri="{FF2B5EF4-FFF2-40B4-BE49-F238E27FC236}">
                          <a16:creationId xmlns:a16="http://schemas.microsoft.com/office/drawing/2014/main" id="{43A736BA-D822-7D5D-1610-E3CAFADC0ACC}"/>
                        </a:ext>
                      </a:extLst>
                    </p:cNvPr>
                    <p:cNvSpPr/>
                    <p:nvPr/>
                  </p:nvSpPr>
                  <p:spPr bwMode="auto">
                    <a:xfrm>
                      <a:off x="2349601" y="4300671"/>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85000" lnSpcReduction="20000"/>
                    </a:bodyPr>
                    <a:lstStyle/>
                    <a:p>
                      <a:pPr algn="ctr"/>
                      <a:endParaRPr/>
                    </a:p>
                  </p:txBody>
                </p:sp>
                <p:sp>
                  <p:nvSpPr>
                    <p:cNvPr id="72" name="îslîďê">
                      <a:extLst>
                        <a:ext uri="{FF2B5EF4-FFF2-40B4-BE49-F238E27FC236}">
                          <a16:creationId xmlns:a16="http://schemas.microsoft.com/office/drawing/2014/main" id="{C0DC045A-05E6-8D19-8B59-6A05BFB262FC}"/>
                        </a:ext>
                      </a:extLst>
                    </p:cNvPr>
                    <p:cNvSpPr/>
                    <p:nvPr/>
                  </p:nvSpPr>
                  <p:spPr bwMode="auto">
                    <a:xfrm>
                      <a:off x="2091118" y="4517588"/>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47500" lnSpcReduction="20000"/>
                    </a:bodyPr>
                    <a:lstStyle/>
                    <a:p>
                      <a:pPr algn="ctr"/>
                      <a:endParaRPr/>
                    </a:p>
                  </p:txBody>
                </p:sp>
                <p:sp>
                  <p:nvSpPr>
                    <p:cNvPr id="73" name="îŝḻïḍé">
                      <a:extLst>
                        <a:ext uri="{FF2B5EF4-FFF2-40B4-BE49-F238E27FC236}">
                          <a16:creationId xmlns:a16="http://schemas.microsoft.com/office/drawing/2014/main" id="{57AF83C5-B2D3-35CB-D428-C63021B6A821}"/>
                        </a:ext>
                      </a:extLst>
                    </p:cNvPr>
                    <p:cNvSpPr/>
                    <p:nvPr/>
                  </p:nvSpPr>
                  <p:spPr bwMode="auto">
                    <a:xfrm>
                      <a:off x="2291152" y="4299373"/>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4" name="îşľíḋé">
                      <a:extLst>
                        <a:ext uri="{FF2B5EF4-FFF2-40B4-BE49-F238E27FC236}">
                          <a16:creationId xmlns:a16="http://schemas.microsoft.com/office/drawing/2014/main" id="{A738CCDF-ACA0-703B-5190-DD8C50737800}"/>
                        </a:ext>
                      </a:extLst>
                    </p:cNvPr>
                    <p:cNvSpPr/>
                    <p:nvPr/>
                  </p:nvSpPr>
                  <p:spPr bwMode="auto">
                    <a:xfrm>
                      <a:off x="3819974" y="5038455"/>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5" name="iṥļîdè">
                      <a:extLst>
                        <a:ext uri="{FF2B5EF4-FFF2-40B4-BE49-F238E27FC236}">
                          <a16:creationId xmlns:a16="http://schemas.microsoft.com/office/drawing/2014/main" id="{C662EA5B-771D-83EE-407E-3B6178EA4D8C}"/>
                        </a:ext>
                      </a:extLst>
                    </p:cNvPr>
                    <p:cNvSpPr/>
                    <p:nvPr/>
                  </p:nvSpPr>
                  <p:spPr bwMode="auto">
                    <a:xfrm>
                      <a:off x="3830366" y="5037156"/>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6" name="îṧļíḑê">
                      <a:extLst>
                        <a:ext uri="{FF2B5EF4-FFF2-40B4-BE49-F238E27FC236}">
                          <a16:creationId xmlns:a16="http://schemas.microsoft.com/office/drawing/2014/main" id="{5F8D6A07-4540-71C1-D4AB-CA09ACA54C47}"/>
                        </a:ext>
                      </a:extLst>
                    </p:cNvPr>
                    <p:cNvSpPr/>
                    <p:nvPr/>
                  </p:nvSpPr>
                  <p:spPr bwMode="auto">
                    <a:xfrm>
                      <a:off x="1667672" y="1862606"/>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7" name="íśḷîḓe">
                      <a:extLst>
                        <a:ext uri="{FF2B5EF4-FFF2-40B4-BE49-F238E27FC236}">
                          <a16:creationId xmlns:a16="http://schemas.microsoft.com/office/drawing/2014/main" id="{1EEA8C67-8FA9-0CF3-B8A7-67BBC618B1B0}"/>
                        </a:ext>
                      </a:extLst>
                    </p:cNvPr>
                    <p:cNvSpPr/>
                    <p:nvPr/>
                  </p:nvSpPr>
                  <p:spPr bwMode="auto">
                    <a:xfrm>
                      <a:off x="1750802" y="1819743"/>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8" name="ïś1ídé">
                      <a:extLst>
                        <a:ext uri="{FF2B5EF4-FFF2-40B4-BE49-F238E27FC236}">
                          <a16:creationId xmlns:a16="http://schemas.microsoft.com/office/drawing/2014/main" id="{40A7EF8D-5911-B95A-8AD1-700629C6F839}"/>
                        </a:ext>
                      </a:extLst>
                    </p:cNvPr>
                    <p:cNvSpPr/>
                    <p:nvPr/>
                  </p:nvSpPr>
                  <p:spPr bwMode="auto">
                    <a:xfrm>
                      <a:off x="1709237" y="1841824"/>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79" name="ïSliḋé">
                      <a:extLst>
                        <a:ext uri="{FF2B5EF4-FFF2-40B4-BE49-F238E27FC236}">
                          <a16:creationId xmlns:a16="http://schemas.microsoft.com/office/drawing/2014/main" id="{49C5992A-CBC7-7DA6-9147-F569B4E05C6E}"/>
                        </a:ext>
                      </a:extLst>
                    </p:cNvPr>
                    <p:cNvSpPr/>
                    <p:nvPr/>
                  </p:nvSpPr>
                  <p:spPr bwMode="auto">
                    <a:xfrm>
                      <a:off x="1765089" y="1910668"/>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0" name="iŝlîḓê">
                      <a:extLst>
                        <a:ext uri="{FF2B5EF4-FFF2-40B4-BE49-F238E27FC236}">
                          <a16:creationId xmlns:a16="http://schemas.microsoft.com/office/drawing/2014/main" id="{25E54C64-2A4B-1215-5841-D4A78BAE7254}"/>
                        </a:ext>
                      </a:extLst>
                    </p:cNvPr>
                    <p:cNvSpPr/>
                    <p:nvPr/>
                  </p:nvSpPr>
                  <p:spPr bwMode="auto">
                    <a:xfrm>
                      <a:off x="1776779" y="1919758"/>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1" name="í$ḻïḋe">
                      <a:extLst>
                        <a:ext uri="{FF2B5EF4-FFF2-40B4-BE49-F238E27FC236}">
                          <a16:creationId xmlns:a16="http://schemas.microsoft.com/office/drawing/2014/main" id="{D289235A-2D54-F523-6922-B7F8A32177BE}"/>
                        </a:ext>
                      </a:extLst>
                    </p:cNvPr>
                    <p:cNvSpPr/>
                    <p:nvPr/>
                  </p:nvSpPr>
                  <p:spPr bwMode="auto">
                    <a:xfrm>
                      <a:off x="1846921" y="1728818"/>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2" name="i$liḑe">
                      <a:extLst>
                        <a:ext uri="{FF2B5EF4-FFF2-40B4-BE49-F238E27FC236}">
                          <a16:creationId xmlns:a16="http://schemas.microsoft.com/office/drawing/2014/main" id="{9EB42D5E-3972-15CD-7F8E-AAFD616223CB}"/>
                        </a:ext>
                      </a:extLst>
                    </p:cNvPr>
                    <p:cNvSpPr/>
                    <p:nvPr/>
                  </p:nvSpPr>
                  <p:spPr bwMode="auto">
                    <a:xfrm>
                      <a:off x="1859912" y="1752200"/>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3" name="ïsliḍê">
                      <a:extLst>
                        <a:ext uri="{FF2B5EF4-FFF2-40B4-BE49-F238E27FC236}">
                          <a16:creationId xmlns:a16="http://schemas.microsoft.com/office/drawing/2014/main" id="{D98A48A3-DEB9-1240-C8F1-02C5C77B48DE}"/>
                        </a:ext>
                      </a:extLst>
                    </p:cNvPr>
                    <p:cNvSpPr/>
                    <p:nvPr/>
                  </p:nvSpPr>
                  <p:spPr bwMode="auto">
                    <a:xfrm>
                      <a:off x="1841726" y="1762591"/>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4" name="îŝľiḓe">
                      <a:extLst>
                        <a:ext uri="{FF2B5EF4-FFF2-40B4-BE49-F238E27FC236}">
                          <a16:creationId xmlns:a16="http://schemas.microsoft.com/office/drawing/2014/main" id="{170EB29B-4E1A-97DC-693C-117B0251BC18}"/>
                        </a:ext>
                      </a:extLst>
                    </p:cNvPr>
                    <p:cNvSpPr/>
                    <p:nvPr/>
                  </p:nvSpPr>
                  <p:spPr bwMode="auto">
                    <a:xfrm>
                      <a:off x="1874199" y="1766487"/>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5" name="iṡļïḋê">
                      <a:extLst>
                        <a:ext uri="{FF2B5EF4-FFF2-40B4-BE49-F238E27FC236}">
                          <a16:creationId xmlns:a16="http://schemas.microsoft.com/office/drawing/2014/main" id="{37755671-2361-FAB1-56BA-AFD46ABF2B1A}"/>
                        </a:ext>
                      </a:extLst>
                    </p:cNvPr>
                    <p:cNvSpPr/>
                    <p:nvPr/>
                  </p:nvSpPr>
                  <p:spPr bwMode="auto">
                    <a:xfrm>
                      <a:off x="1831335" y="1782073"/>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6" name="îṣľïdé">
                      <a:extLst>
                        <a:ext uri="{FF2B5EF4-FFF2-40B4-BE49-F238E27FC236}">
                          <a16:creationId xmlns:a16="http://schemas.microsoft.com/office/drawing/2014/main" id="{8B0509C8-706B-FE67-E3A9-DE10F811CDDA}"/>
                        </a:ext>
                      </a:extLst>
                    </p:cNvPr>
                    <p:cNvSpPr/>
                    <p:nvPr/>
                  </p:nvSpPr>
                  <p:spPr bwMode="auto">
                    <a:xfrm>
                      <a:off x="1856013" y="1793764"/>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7" name="iS1ïdê">
                      <a:extLst>
                        <a:ext uri="{FF2B5EF4-FFF2-40B4-BE49-F238E27FC236}">
                          <a16:creationId xmlns:a16="http://schemas.microsoft.com/office/drawing/2014/main" id="{31797B04-67C1-07FD-0637-FCCF5CF9CFE7}"/>
                        </a:ext>
                      </a:extLst>
                    </p:cNvPr>
                    <p:cNvSpPr/>
                    <p:nvPr/>
                  </p:nvSpPr>
                  <p:spPr bwMode="auto">
                    <a:xfrm>
                      <a:off x="1874198" y="1802856"/>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8" name="íṧľiḋe">
                      <a:extLst>
                        <a:ext uri="{FF2B5EF4-FFF2-40B4-BE49-F238E27FC236}">
                          <a16:creationId xmlns:a16="http://schemas.microsoft.com/office/drawing/2014/main" id="{389483DA-D98C-1F8F-F040-C5722DE32017}"/>
                        </a:ext>
                      </a:extLst>
                    </p:cNvPr>
                    <p:cNvSpPr/>
                    <p:nvPr/>
                  </p:nvSpPr>
                  <p:spPr bwMode="auto">
                    <a:xfrm>
                      <a:off x="1844324" y="1810650"/>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89" name="íşľíďe">
                      <a:extLst>
                        <a:ext uri="{FF2B5EF4-FFF2-40B4-BE49-F238E27FC236}">
                          <a16:creationId xmlns:a16="http://schemas.microsoft.com/office/drawing/2014/main" id="{FFF9FB08-33BA-0E25-80DF-96F562DEB5FC}"/>
                        </a:ext>
                      </a:extLst>
                    </p:cNvPr>
                    <p:cNvSpPr/>
                    <p:nvPr/>
                  </p:nvSpPr>
                  <p:spPr bwMode="auto">
                    <a:xfrm>
                      <a:off x="1819645" y="1821040"/>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0" name="íṡľïḓê">
                      <a:extLst>
                        <a:ext uri="{FF2B5EF4-FFF2-40B4-BE49-F238E27FC236}">
                          <a16:creationId xmlns:a16="http://schemas.microsoft.com/office/drawing/2014/main" id="{AFB44291-DFE1-67BD-A8EB-91CDEC32659E}"/>
                        </a:ext>
                      </a:extLst>
                    </p:cNvPr>
                    <p:cNvSpPr/>
                    <p:nvPr/>
                  </p:nvSpPr>
                  <p:spPr bwMode="auto">
                    <a:xfrm>
                      <a:off x="1823541" y="1843122"/>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1" name="îśḻíḋê">
                      <a:extLst>
                        <a:ext uri="{FF2B5EF4-FFF2-40B4-BE49-F238E27FC236}">
                          <a16:creationId xmlns:a16="http://schemas.microsoft.com/office/drawing/2014/main" id="{E5E44B95-0A41-6E1C-2D5F-CE17689AF3D5}"/>
                        </a:ext>
                      </a:extLst>
                    </p:cNvPr>
                    <p:cNvSpPr/>
                    <p:nvPr/>
                  </p:nvSpPr>
                  <p:spPr bwMode="auto">
                    <a:xfrm>
                      <a:off x="1818346" y="1874296"/>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2" name="îS1îdè">
                      <a:extLst>
                        <a:ext uri="{FF2B5EF4-FFF2-40B4-BE49-F238E27FC236}">
                          <a16:creationId xmlns:a16="http://schemas.microsoft.com/office/drawing/2014/main" id="{F0AED9EC-35E7-A60A-7823-CF21DD2D0AA1}"/>
                        </a:ext>
                      </a:extLst>
                    </p:cNvPr>
                    <p:cNvSpPr/>
                    <p:nvPr/>
                  </p:nvSpPr>
                  <p:spPr bwMode="auto">
                    <a:xfrm>
                      <a:off x="1828736" y="1871699"/>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3" name="ïṧḷíḑê">
                      <a:extLst>
                        <a:ext uri="{FF2B5EF4-FFF2-40B4-BE49-F238E27FC236}">
                          <a16:creationId xmlns:a16="http://schemas.microsoft.com/office/drawing/2014/main" id="{174E0AA6-7257-9926-08BC-D322A3FAE85C}"/>
                        </a:ext>
                      </a:extLst>
                    </p:cNvPr>
                    <p:cNvSpPr/>
                    <p:nvPr/>
                  </p:nvSpPr>
                  <p:spPr bwMode="auto">
                    <a:xfrm>
                      <a:off x="1840427" y="1872999"/>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4" name="îşlíḑe">
                      <a:extLst>
                        <a:ext uri="{FF2B5EF4-FFF2-40B4-BE49-F238E27FC236}">
                          <a16:creationId xmlns:a16="http://schemas.microsoft.com/office/drawing/2014/main" id="{7617D226-E269-0271-A87D-B1D92ECEFB74}"/>
                        </a:ext>
                      </a:extLst>
                    </p:cNvPr>
                    <p:cNvSpPr/>
                    <p:nvPr/>
                  </p:nvSpPr>
                  <p:spPr bwMode="auto">
                    <a:xfrm>
                      <a:off x="1840427" y="1880791"/>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5" name="íṩļíḑé">
                      <a:extLst>
                        <a:ext uri="{FF2B5EF4-FFF2-40B4-BE49-F238E27FC236}">
                          <a16:creationId xmlns:a16="http://schemas.microsoft.com/office/drawing/2014/main" id="{E1A2C9E1-80DC-52D9-2F30-329C21C3BFE1}"/>
                        </a:ext>
                      </a:extLst>
                    </p:cNvPr>
                    <p:cNvSpPr/>
                    <p:nvPr/>
                  </p:nvSpPr>
                  <p:spPr bwMode="auto">
                    <a:xfrm>
                      <a:off x="1817047" y="1897678"/>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6" name="iślíḋê">
                      <a:extLst>
                        <a:ext uri="{FF2B5EF4-FFF2-40B4-BE49-F238E27FC236}">
                          <a16:creationId xmlns:a16="http://schemas.microsoft.com/office/drawing/2014/main" id="{84063559-6721-9D37-B256-B9507AD2E148}"/>
                        </a:ext>
                      </a:extLst>
                    </p:cNvPr>
                    <p:cNvSpPr/>
                    <p:nvPr/>
                  </p:nvSpPr>
                  <p:spPr bwMode="auto">
                    <a:xfrm>
                      <a:off x="1840427" y="1898977"/>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7" name="ïSľîḍe">
                      <a:extLst>
                        <a:ext uri="{FF2B5EF4-FFF2-40B4-BE49-F238E27FC236}">
                          <a16:creationId xmlns:a16="http://schemas.microsoft.com/office/drawing/2014/main" id="{CD87ED84-E2B9-8F23-D3AC-EA7A9D294DAE}"/>
                        </a:ext>
                      </a:extLst>
                    </p:cNvPr>
                    <p:cNvSpPr/>
                    <p:nvPr/>
                  </p:nvSpPr>
                  <p:spPr bwMode="auto">
                    <a:xfrm>
                      <a:off x="1884590" y="1822340"/>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8" name="iŝḻiḍe">
                      <a:extLst>
                        <a:ext uri="{FF2B5EF4-FFF2-40B4-BE49-F238E27FC236}">
                          <a16:creationId xmlns:a16="http://schemas.microsoft.com/office/drawing/2014/main" id="{6E22E5A5-3EBE-53FC-BD8F-0008F926B432}"/>
                        </a:ext>
                      </a:extLst>
                    </p:cNvPr>
                    <p:cNvSpPr/>
                    <p:nvPr/>
                  </p:nvSpPr>
                  <p:spPr bwMode="auto">
                    <a:xfrm>
                      <a:off x="1852116" y="1891183"/>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99" name="íšḷîḋê">
                      <a:extLst>
                        <a:ext uri="{FF2B5EF4-FFF2-40B4-BE49-F238E27FC236}">
                          <a16:creationId xmlns:a16="http://schemas.microsoft.com/office/drawing/2014/main" id="{B5F367DB-7AE1-DEEC-8921-49C7013CAF60}"/>
                        </a:ext>
                      </a:extLst>
                    </p:cNvPr>
                    <p:cNvSpPr/>
                    <p:nvPr/>
                  </p:nvSpPr>
                  <p:spPr bwMode="auto">
                    <a:xfrm>
                      <a:off x="1854716" y="1879493"/>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0" name="î$ḷïďê">
                      <a:extLst>
                        <a:ext uri="{FF2B5EF4-FFF2-40B4-BE49-F238E27FC236}">
                          <a16:creationId xmlns:a16="http://schemas.microsoft.com/office/drawing/2014/main" id="{7848C858-77DF-888B-6034-AC22859024F5}"/>
                        </a:ext>
                      </a:extLst>
                    </p:cNvPr>
                    <p:cNvSpPr/>
                    <p:nvPr/>
                  </p:nvSpPr>
                  <p:spPr bwMode="auto">
                    <a:xfrm>
                      <a:off x="1862510" y="1879493"/>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1" name="íśľíḑé">
                      <a:extLst>
                        <a:ext uri="{FF2B5EF4-FFF2-40B4-BE49-F238E27FC236}">
                          <a16:creationId xmlns:a16="http://schemas.microsoft.com/office/drawing/2014/main" id="{D7A78884-F095-CFE4-F774-6366428E8620}"/>
                        </a:ext>
                      </a:extLst>
                    </p:cNvPr>
                    <p:cNvSpPr/>
                    <p:nvPr/>
                  </p:nvSpPr>
                  <p:spPr bwMode="auto">
                    <a:xfrm>
                      <a:off x="1853416" y="1848319"/>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2" name="iṥļïḍé">
                      <a:extLst>
                        <a:ext uri="{FF2B5EF4-FFF2-40B4-BE49-F238E27FC236}">
                          <a16:creationId xmlns:a16="http://schemas.microsoft.com/office/drawing/2014/main" id="{25E4C027-70A9-09D7-FB43-95F2D870D3AC}"/>
                        </a:ext>
                      </a:extLst>
                    </p:cNvPr>
                    <p:cNvSpPr/>
                    <p:nvPr/>
                  </p:nvSpPr>
                  <p:spPr bwMode="auto">
                    <a:xfrm>
                      <a:off x="1884590" y="1853515"/>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3" name="ísļiḍê">
                      <a:extLst>
                        <a:ext uri="{FF2B5EF4-FFF2-40B4-BE49-F238E27FC236}">
                          <a16:creationId xmlns:a16="http://schemas.microsoft.com/office/drawing/2014/main" id="{31746592-2860-BCD2-BD27-444E76E8BAA3}"/>
                        </a:ext>
                      </a:extLst>
                    </p:cNvPr>
                    <p:cNvSpPr/>
                    <p:nvPr/>
                  </p:nvSpPr>
                  <p:spPr bwMode="auto">
                    <a:xfrm>
                      <a:off x="1869003" y="1880792"/>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4" name="iś1ídé">
                      <a:extLst>
                        <a:ext uri="{FF2B5EF4-FFF2-40B4-BE49-F238E27FC236}">
                          <a16:creationId xmlns:a16="http://schemas.microsoft.com/office/drawing/2014/main" id="{170F0CD5-C848-09EE-0E57-951B897E29D9}"/>
                        </a:ext>
                      </a:extLst>
                    </p:cNvPr>
                    <p:cNvSpPr/>
                    <p:nvPr/>
                  </p:nvSpPr>
                  <p:spPr bwMode="auto">
                    <a:xfrm>
                      <a:off x="1891084" y="1866505"/>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5" name="ïṥ1íḓe">
                      <a:extLst>
                        <a:ext uri="{FF2B5EF4-FFF2-40B4-BE49-F238E27FC236}">
                          <a16:creationId xmlns:a16="http://schemas.microsoft.com/office/drawing/2014/main" id="{4AB066AA-C8B6-7FFE-D979-7B1A7D61BB84}"/>
                        </a:ext>
                      </a:extLst>
                    </p:cNvPr>
                    <p:cNvSpPr/>
                    <p:nvPr/>
                  </p:nvSpPr>
                  <p:spPr bwMode="auto">
                    <a:xfrm>
                      <a:off x="1928753" y="1898976"/>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6" name="i$1îḋe">
                      <a:extLst>
                        <a:ext uri="{FF2B5EF4-FFF2-40B4-BE49-F238E27FC236}">
                          <a16:creationId xmlns:a16="http://schemas.microsoft.com/office/drawing/2014/main" id="{ED7F1B4C-F776-247A-C105-0372129E6033}"/>
                        </a:ext>
                      </a:extLst>
                    </p:cNvPr>
                    <p:cNvSpPr/>
                    <p:nvPr/>
                  </p:nvSpPr>
                  <p:spPr bwMode="auto">
                    <a:xfrm>
                      <a:off x="1926156" y="1917161"/>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7" name="îṣ1íďê">
                      <a:extLst>
                        <a:ext uri="{FF2B5EF4-FFF2-40B4-BE49-F238E27FC236}">
                          <a16:creationId xmlns:a16="http://schemas.microsoft.com/office/drawing/2014/main" id="{63037857-C7D7-C946-089D-C09455D0C0F6}"/>
                        </a:ext>
                      </a:extLst>
                    </p:cNvPr>
                    <p:cNvSpPr/>
                    <p:nvPr/>
                  </p:nvSpPr>
                  <p:spPr bwMode="auto">
                    <a:xfrm>
                      <a:off x="1928754" y="1732715"/>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8" name="îṩľide">
                      <a:extLst>
                        <a:ext uri="{FF2B5EF4-FFF2-40B4-BE49-F238E27FC236}">
                          <a16:creationId xmlns:a16="http://schemas.microsoft.com/office/drawing/2014/main" id="{F87CBA72-3001-B6C4-8A97-A02BDF2D29FA}"/>
                        </a:ext>
                      </a:extLst>
                    </p:cNvPr>
                    <p:cNvSpPr/>
                    <p:nvPr/>
                  </p:nvSpPr>
                  <p:spPr bwMode="auto">
                    <a:xfrm>
                      <a:off x="1917062" y="1797660"/>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09" name="íṡḻïḑé">
                      <a:extLst>
                        <a:ext uri="{FF2B5EF4-FFF2-40B4-BE49-F238E27FC236}">
                          <a16:creationId xmlns:a16="http://schemas.microsoft.com/office/drawing/2014/main" id="{4C19694C-4787-F2BA-521A-EDA809031F24}"/>
                        </a:ext>
                      </a:extLst>
                    </p:cNvPr>
                    <p:cNvSpPr/>
                    <p:nvPr/>
                  </p:nvSpPr>
                  <p:spPr bwMode="auto">
                    <a:xfrm>
                      <a:off x="1920959" y="1808052"/>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sp>
                  <p:nvSpPr>
                    <p:cNvPr id="110" name="ïṧlïḑe">
                      <a:extLst>
                        <a:ext uri="{FF2B5EF4-FFF2-40B4-BE49-F238E27FC236}">
                          <a16:creationId xmlns:a16="http://schemas.microsoft.com/office/drawing/2014/main" id="{5D259A2D-0BF7-C067-61E4-62788827A7D3}"/>
                        </a:ext>
                      </a:extLst>
                    </p:cNvPr>
                    <p:cNvSpPr/>
                    <p:nvPr/>
                  </p:nvSpPr>
                  <p:spPr bwMode="auto">
                    <a:xfrm>
                      <a:off x="1957329" y="1756097"/>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grpFill/>
                    <a:ln w="3175">
                      <a:solidFill>
                        <a:schemeClr val="bg1">
                          <a:lumMod val="95000"/>
                        </a:schemeClr>
                      </a:solidFill>
                      <a:prstDash val="solid"/>
                      <a:round/>
                      <a:headEnd/>
                      <a:tailEnd/>
                    </a:ln>
                  </p:spPr>
                  <p:txBody>
                    <a:bodyPr wrap="square" lIns="91440" tIns="45720" rIns="91440" bIns="45720" anchor="ctr">
                      <a:normAutofit fontScale="25000" lnSpcReduction="20000"/>
                    </a:bodyPr>
                    <a:lstStyle/>
                    <a:p>
                      <a:pPr algn="ctr"/>
                      <a:endParaRPr/>
                    </a:p>
                  </p:txBody>
                </p:sp>
              </p:grpSp>
            </p:grpSp>
            <p:sp>
              <p:nvSpPr>
                <p:cNvPr id="23" name="文本框 22">
                  <a:extLst>
                    <a:ext uri="{FF2B5EF4-FFF2-40B4-BE49-F238E27FC236}">
                      <a16:creationId xmlns:a16="http://schemas.microsoft.com/office/drawing/2014/main" id="{4B0A87DF-BAB9-82AC-3DB7-4E56FBA87EEF}"/>
                    </a:ext>
                  </a:extLst>
                </p:cNvPr>
                <p:cNvSpPr txBox="1"/>
                <p:nvPr/>
              </p:nvSpPr>
              <p:spPr>
                <a:xfrm>
                  <a:off x="4078941" y="5422438"/>
                  <a:ext cx="184731" cy="369332"/>
                </a:xfrm>
                <a:prstGeom prst="rect">
                  <a:avLst/>
                </a:prstGeom>
                <a:noFill/>
              </p:spPr>
              <p:txBody>
                <a:bodyPr wrap="none" rtlCol="0">
                  <a:spAutoFit/>
                </a:bodyPr>
                <a:lstStyle/>
                <a:p>
                  <a:endParaRPr kumimoji="1" lang="zh-CN" altLang="en-US" dirty="0"/>
                </a:p>
              </p:txBody>
            </p:sp>
            <p:sp>
              <p:nvSpPr>
                <p:cNvPr id="24" name="椭圆 23">
                  <a:extLst>
                    <a:ext uri="{FF2B5EF4-FFF2-40B4-BE49-F238E27FC236}">
                      <a16:creationId xmlns:a16="http://schemas.microsoft.com/office/drawing/2014/main" id="{861355D5-4DC2-B81E-AB91-BA748CEE9E30}"/>
                    </a:ext>
                  </a:extLst>
                </p:cNvPr>
                <p:cNvSpPr/>
                <p:nvPr/>
              </p:nvSpPr>
              <p:spPr>
                <a:xfrm>
                  <a:off x="3012718" y="5381725"/>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DAFFEEE8-98E7-25AC-2BA7-7D631AB65690}"/>
                    </a:ext>
                  </a:extLst>
                </p:cNvPr>
                <p:cNvSpPr/>
                <p:nvPr/>
              </p:nvSpPr>
              <p:spPr>
                <a:xfrm>
                  <a:off x="3361745" y="4494142"/>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914CA760-91FA-13D4-A813-6961BB254FE6}"/>
                    </a:ext>
                  </a:extLst>
                </p:cNvPr>
                <p:cNvSpPr/>
                <p:nvPr/>
              </p:nvSpPr>
              <p:spPr>
                <a:xfrm>
                  <a:off x="3371215" y="44536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67D7E8C9-1F04-7F08-B23A-D8C36DB9A072}"/>
                    </a:ext>
                  </a:extLst>
                </p:cNvPr>
                <p:cNvSpPr/>
                <p:nvPr/>
              </p:nvSpPr>
              <p:spPr>
                <a:xfrm>
                  <a:off x="3178394" y="4747651"/>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560B39D4-FD0B-4DA5-7627-B71C327A269A}"/>
                    </a:ext>
                  </a:extLst>
                </p:cNvPr>
                <p:cNvSpPr/>
                <p:nvPr/>
              </p:nvSpPr>
              <p:spPr>
                <a:xfrm>
                  <a:off x="3202660" y="4765969"/>
                  <a:ext cx="69464" cy="69464"/>
                </a:xfrm>
                <a:prstGeom prst="ellipse">
                  <a:avLst/>
                </a:prstGeom>
                <a:solidFill>
                  <a:srgbClr val="813B38"/>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0433CF8C-A69B-12B6-4F9D-82DEC66C44D4}"/>
                    </a:ext>
                  </a:extLst>
                </p:cNvPr>
                <p:cNvSpPr/>
                <p:nvPr/>
              </p:nvSpPr>
              <p:spPr>
                <a:xfrm>
                  <a:off x="3194595" y="4205010"/>
                  <a:ext cx="52923" cy="52923"/>
                </a:xfrm>
                <a:prstGeom prst="ellipse">
                  <a:avLst/>
                </a:prstGeom>
                <a:solidFill>
                  <a:srgbClr val="DDBB7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 name="直线连接符 2">
                <a:extLst>
                  <a:ext uri="{FF2B5EF4-FFF2-40B4-BE49-F238E27FC236}">
                    <a16:creationId xmlns:a16="http://schemas.microsoft.com/office/drawing/2014/main" id="{519F7726-0E23-23C1-1CDE-83057A829732}"/>
                  </a:ext>
                </a:extLst>
              </p:cNvPr>
              <p:cNvCxnSpPr>
                <a:cxnSpLocks/>
              </p:cNvCxnSpPr>
              <p:nvPr/>
            </p:nvCxnSpPr>
            <p:spPr>
              <a:xfrm>
                <a:off x="3283340" y="5234627"/>
                <a:ext cx="31750" cy="31750"/>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0" name="直线连接符 120">
                <a:extLst>
                  <a:ext uri="{FF2B5EF4-FFF2-40B4-BE49-F238E27FC236}">
                    <a16:creationId xmlns:a16="http://schemas.microsoft.com/office/drawing/2014/main" id="{BE8BB6AF-C4F2-4B60-DA16-7E30E9DE0077}"/>
                  </a:ext>
                </a:extLst>
              </p:cNvPr>
              <p:cNvCxnSpPr>
                <a:cxnSpLocks/>
              </p:cNvCxnSpPr>
              <p:nvPr/>
            </p:nvCxnSpPr>
            <p:spPr>
              <a:xfrm>
                <a:off x="3323989" y="5312288"/>
                <a:ext cx="9857" cy="51348"/>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1" name="直线连接符 121">
                <a:extLst>
                  <a:ext uri="{FF2B5EF4-FFF2-40B4-BE49-F238E27FC236}">
                    <a16:creationId xmlns:a16="http://schemas.microsoft.com/office/drawing/2014/main" id="{387DFA72-4AC4-7DA8-6E51-7E4568126C84}"/>
                  </a:ext>
                </a:extLst>
              </p:cNvPr>
              <p:cNvCxnSpPr>
                <a:cxnSpLocks/>
              </p:cNvCxnSpPr>
              <p:nvPr/>
            </p:nvCxnSpPr>
            <p:spPr>
              <a:xfrm flipH="1">
                <a:off x="3304064" y="5421678"/>
                <a:ext cx="22327" cy="5893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2" name="直线连接符 190">
                <a:extLst>
                  <a:ext uri="{FF2B5EF4-FFF2-40B4-BE49-F238E27FC236}">
                    <a16:creationId xmlns:a16="http://schemas.microsoft.com/office/drawing/2014/main" id="{9FA0B458-E0FD-5589-1A19-47F33195514E}"/>
                  </a:ext>
                </a:extLst>
              </p:cNvPr>
              <p:cNvCxnSpPr>
                <a:cxnSpLocks/>
              </p:cNvCxnSpPr>
              <p:nvPr/>
            </p:nvCxnSpPr>
            <p:spPr>
              <a:xfrm>
                <a:off x="3283340" y="5538487"/>
                <a:ext cx="0" cy="5504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3" name="直线连接符 191">
                <a:extLst>
                  <a:ext uri="{FF2B5EF4-FFF2-40B4-BE49-F238E27FC236}">
                    <a16:creationId xmlns:a16="http://schemas.microsoft.com/office/drawing/2014/main" id="{2330E992-0FC7-1E01-4B9A-F5D94629FA90}"/>
                  </a:ext>
                </a:extLst>
              </p:cNvPr>
              <p:cNvCxnSpPr>
                <a:cxnSpLocks/>
              </p:cNvCxnSpPr>
              <p:nvPr/>
            </p:nvCxnSpPr>
            <p:spPr>
              <a:xfrm flipH="1">
                <a:off x="3375866" y="5635883"/>
                <a:ext cx="39117" cy="2117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4" name="直线连接符 194">
                <a:extLst>
                  <a:ext uri="{FF2B5EF4-FFF2-40B4-BE49-F238E27FC236}">
                    <a16:creationId xmlns:a16="http://schemas.microsoft.com/office/drawing/2014/main" id="{465AA293-C8C1-46B2-78DF-12F3C64BA78C}"/>
                  </a:ext>
                </a:extLst>
              </p:cNvPr>
              <p:cNvCxnSpPr>
                <a:cxnSpLocks/>
              </p:cNvCxnSpPr>
              <p:nvPr/>
            </p:nvCxnSpPr>
            <p:spPr>
              <a:xfrm flipH="1">
                <a:off x="3506658" y="5793657"/>
                <a:ext cx="42023" cy="16347"/>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15" name="直线连接符 196">
                <a:extLst>
                  <a:ext uri="{FF2B5EF4-FFF2-40B4-BE49-F238E27FC236}">
                    <a16:creationId xmlns:a16="http://schemas.microsoft.com/office/drawing/2014/main" id="{2BD16E31-541D-8E70-BA10-518CF7596118}"/>
                  </a:ext>
                </a:extLst>
              </p:cNvPr>
              <p:cNvCxnSpPr>
                <a:cxnSpLocks/>
              </p:cNvCxnSpPr>
              <p:nvPr/>
            </p:nvCxnSpPr>
            <p:spPr>
              <a:xfrm flipH="1">
                <a:off x="3461911" y="5559053"/>
                <a:ext cx="35603" cy="3752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6" name="直线连接符 200">
                <a:extLst>
                  <a:ext uri="{FF2B5EF4-FFF2-40B4-BE49-F238E27FC236}">
                    <a16:creationId xmlns:a16="http://schemas.microsoft.com/office/drawing/2014/main" id="{43637EA0-0A19-F59F-F2E5-FFA73745F0DD}"/>
                  </a:ext>
                </a:extLst>
              </p:cNvPr>
              <p:cNvCxnSpPr>
                <a:cxnSpLocks/>
              </p:cNvCxnSpPr>
              <p:nvPr/>
            </p:nvCxnSpPr>
            <p:spPr>
              <a:xfrm flipH="1">
                <a:off x="3509096" y="5467558"/>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7" name="直线连接符 202">
                <a:extLst>
                  <a:ext uri="{FF2B5EF4-FFF2-40B4-BE49-F238E27FC236}">
                    <a16:creationId xmlns:a16="http://schemas.microsoft.com/office/drawing/2014/main" id="{81A04C85-2F62-F6B1-4727-1B20053B973C}"/>
                  </a:ext>
                </a:extLst>
              </p:cNvPr>
              <p:cNvCxnSpPr>
                <a:cxnSpLocks/>
              </p:cNvCxnSpPr>
              <p:nvPr/>
            </p:nvCxnSpPr>
            <p:spPr>
              <a:xfrm flipH="1">
                <a:off x="3548946" y="5370164"/>
                <a:ext cx="19887" cy="4521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8" name="直线连接符 203">
                <a:extLst>
                  <a:ext uri="{FF2B5EF4-FFF2-40B4-BE49-F238E27FC236}">
                    <a16:creationId xmlns:a16="http://schemas.microsoft.com/office/drawing/2014/main" id="{EB38A6AE-7135-288C-40E1-78805FADAF2B}"/>
                  </a:ext>
                </a:extLst>
              </p:cNvPr>
              <p:cNvCxnSpPr>
                <a:cxnSpLocks/>
              </p:cNvCxnSpPr>
              <p:nvPr/>
            </p:nvCxnSpPr>
            <p:spPr>
              <a:xfrm flipH="1">
                <a:off x="3572608" y="5265683"/>
                <a:ext cx="3947" cy="6586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19" name="直线连接符 205">
                <a:extLst>
                  <a:ext uri="{FF2B5EF4-FFF2-40B4-BE49-F238E27FC236}">
                    <a16:creationId xmlns:a16="http://schemas.microsoft.com/office/drawing/2014/main" id="{74EA7F82-2923-135B-E9C0-C145C9137213}"/>
                  </a:ext>
                </a:extLst>
              </p:cNvPr>
              <p:cNvCxnSpPr>
                <a:cxnSpLocks/>
              </p:cNvCxnSpPr>
              <p:nvPr/>
            </p:nvCxnSpPr>
            <p:spPr>
              <a:xfrm flipH="1">
                <a:off x="3598035" y="5164833"/>
                <a:ext cx="19690" cy="34074"/>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0" name="直线连接符 206">
                <a:extLst>
                  <a:ext uri="{FF2B5EF4-FFF2-40B4-BE49-F238E27FC236}">
                    <a16:creationId xmlns:a16="http://schemas.microsoft.com/office/drawing/2014/main" id="{D2A7C6B6-B2B7-A185-91AF-033B8781B02E}"/>
                  </a:ext>
                </a:extLst>
              </p:cNvPr>
              <p:cNvCxnSpPr>
                <a:cxnSpLocks/>
              </p:cNvCxnSpPr>
              <p:nvPr/>
            </p:nvCxnSpPr>
            <p:spPr>
              <a:xfrm flipH="1">
                <a:off x="3650171" y="5067339"/>
                <a:ext cx="12154" cy="50446"/>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cxnSp>
            <p:nvCxnSpPr>
              <p:cNvPr id="21" name="直线连接符 207">
                <a:extLst>
                  <a:ext uri="{FF2B5EF4-FFF2-40B4-BE49-F238E27FC236}">
                    <a16:creationId xmlns:a16="http://schemas.microsoft.com/office/drawing/2014/main" id="{2BEBD709-DB92-4E65-C8B8-0626076A4522}"/>
                  </a:ext>
                </a:extLst>
              </p:cNvPr>
              <p:cNvCxnSpPr>
                <a:cxnSpLocks/>
              </p:cNvCxnSpPr>
              <p:nvPr/>
            </p:nvCxnSpPr>
            <p:spPr>
              <a:xfrm flipH="1">
                <a:off x="3669828" y="4984795"/>
                <a:ext cx="3636" cy="37609"/>
              </a:xfrm>
              <a:prstGeom prst="line">
                <a:avLst/>
              </a:prstGeom>
              <a:ln>
                <a:solidFill>
                  <a:srgbClr val="C0504D"/>
                </a:solidFill>
              </a:ln>
            </p:spPr>
            <p:style>
              <a:lnRef idx="1">
                <a:schemeClr val="accent1"/>
              </a:lnRef>
              <a:fillRef idx="0">
                <a:schemeClr val="accent1"/>
              </a:fillRef>
              <a:effectRef idx="0">
                <a:schemeClr val="accent1"/>
              </a:effectRef>
              <a:fontRef idx="minor">
                <a:schemeClr val="tx1"/>
              </a:fontRef>
            </p:style>
          </p:cxnSp>
        </p:grpSp>
        <p:sp>
          <p:nvSpPr>
            <p:cNvPr id="6" name="iṧľîdê">
              <a:extLst>
                <a:ext uri="{FF2B5EF4-FFF2-40B4-BE49-F238E27FC236}">
                  <a16:creationId xmlns:a16="http://schemas.microsoft.com/office/drawing/2014/main" id="{F9E8F3FD-8FB6-8301-7057-5B21DC78413C}"/>
                </a:ext>
              </a:extLst>
            </p:cNvPr>
            <p:cNvSpPr/>
            <p:nvPr/>
          </p:nvSpPr>
          <p:spPr bwMode="auto">
            <a:xfrm rot="17981899">
              <a:off x="1598298" y="4244903"/>
              <a:ext cx="864116" cy="45384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bg1">
                <a:lumMod val="95000"/>
              </a:schemeClr>
            </a:solidFill>
            <a:ln w="3175">
              <a:solidFill>
                <a:schemeClr val="bg1">
                  <a:lumMod val="95000"/>
                </a:schemeClr>
              </a:solidFill>
              <a:prstDash val="solid"/>
              <a:round/>
              <a:headEnd/>
              <a:tailEnd/>
            </a:ln>
          </p:spPr>
          <p:txBody>
            <a:bodyPr wrap="square" lIns="91440" tIns="45720" rIns="91440" bIns="45720" anchor="ctr">
              <a:normAutofit/>
            </a:bodyPr>
            <a:lstStyle/>
            <a:p>
              <a:pPr algn="ctr"/>
              <a:endParaRPr/>
            </a:p>
          </p:txBody>
        </p:sp>
        <p:sp>
          <p:nvSpPr>
            <p:cNvPr id="7" name="iṧľîdê">
              <a:extLst>
                <a:ext uri="{FF2B5EF4-FFF2-40B4-BE49-F238E27FC236}">
                  <a16:creationId xmlns:a16="http://schemas.microsoft.com/office/drawing/2014/main" id="{B481C709-ECC7-A2DD-D81D-E0A2F4868C92}"/>
                </a:ext>
              </a:extLst>
            </p:cNvPr>
            <p:cNvSpPr/>
            <p:nvPr/>
          </p:nvSpPr>
          <p:spPr bwMode="auto">
            <a:xfrm rot="12863372">
              <a:off x="2195562" y="4285171"/>
              <a:ext cx="297401" cy="257638"/>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rgbClr val="C0504D"/>
            </a:solidFill>
            <a:ln w="3175">
              <a:noFill/>
              <a:prstDash val="solid"/>
              <a:round/>
              <a:headEnd/>
              <a:tailEnd/>
            </a:ln>
          </p:spPr>
          <p:txBody>
            <a:bodyPr wrap="square" lIns="91440" tIns="45720" rIns="91440" bIns="45720" anchor="ctr">
              <a:normAutofit fontScale="62500" lnSpcReduction="20000"/>
            </a:bodyPr>
            <a:lstStyle/>
            <a:p>
              <a:pPr algn="ctr"/>
              <a:endParaRPr/>
            </a:p>
          </p:txBody>
        </p:sp>
      </p:grpSp>
      <p:sp>
        <p:nvSpPr>
          <p:cNvPr id="111" name="Rectangle 4">
            <a:extLst>
              <a:ext uri="{FF2B5EF4-FFF2-40B4-BE49-F238E27FC236}">
                <a16:creationId xmlns:a16="http://schemas.microsoft.com/office/drawing/2014/main" id="{C688B67D-DF9F-77B8-6AAA-1EA115463434}"/>
              </a:ext>
            </a:extLst>
          </p:cNvPr>
          <p:cNvSpPr/>
          <p:nvPr/>
        </p:nvSpPr>
        <p:spPr>
          <a:xfrm>
            <a:off x="4858257" y="2129867"/>
            <a:ext cx="1681166" cy="716222"/>
          </a:xfrm>
          <a:prstGeom prst="rect">
            <a:avLst/>
          </a:prstGeom>
        </p:spPr>
        <p:txBody>
          <a:bodyPr wrap="square">
            <a:spAutoFit/>
          </a:bodyPr>
          <a:lstStyle/>
          <a:p>
            <a:pPr>
              <a:lnSpc>
                <a:spcPct val="130000"/>
              </a:lnSpc>
            </a:pPr>
            <a:r>
              <a:rPr lang="zh-CN" altLang="en-US" sz="800" b="1" dirty="0">
                <a:latin typeface="+mn-ea"/>
                <a:cs typeface="+mn-ea"/>
                <a:sym typeface="+mn-lt"/>
              </a:rPr>
              <a:t>香港</a:t>
            </a:r>
            <a:endParaRPr lang="en-US" altLang="zh-CN" sz="800" dirty="0">
              <a:latin typeface="+mn-ea"/>
              <a:cs typeface="+mn-ea"/>
              <a:sym typeface="+mn-lt"/>
            </a:endParaRPr>
          </a:p>
          <a:p>
            <a:pPr>
              <a:lnSpc>
                <a:spcPct val="130000"/>
              </a:lnSpc>
            </a:pPr>
            <a:r>
              <a:rPr lang="zh-CN" altLang="en-US" sz="800" dirty="0">
                <a:latin typeface="+mn-ea"/>
                <a:cs typeface="+mn-ea"/>
                <a:sym typeface="+mn-lt"/>
              </a:rPr>
              <a:t>香港中环康乐广场</a:t>
            </a:r>
            <a:r>
              <a:rPr lang="en-US" altLang="zh-CN" sz="800" dirty="0">
                <a:latin typeface="+mn-ea"/>
                <a:cs typeface="+mn-ea"/>
                <a:sym typeface="+mn-lt"/>
              </a:rPr>
              <a:t>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交易广场二期</a:t>
            </a:r>
            <a:r>
              <a:rPr lang="en-US" altLang="zh-CN" sz="800" dirty="0">
                <a:latin typeface="+mn-ea"/>
                <a:cs typeface="+mn-ea"/>
                <a:sym typeface="+mn-lt"/>
              </a:rPr>
              <a:t>26</a:t>
            </a:r>
            <a:r>
              <a:rPr lang="zh-CN" altLang="en-US" sz="800" dirty="0">
                <a:latin typeface="+mn-ea"/>
                <a:cs typeface="+mn-ea"/>
                <a:sym typeface="+mn-lt"/>
              </a:rPr>
              <a:t>楼</a:t>
            </a:r>
            <a:r>
              <a:rPr lang="en-US" altLang="zh-CN" sz="800" dirty="0">
                <a:latin typeface="+mn-ea"/>
                <a:cs typeface="+mn-ea"/>
                <a:sym typeface="+mn-lt"/>
              </a:rPr>
              <a:t>2606-2607</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+852 2956 9700</a:t>
            </a:r>
          </a:p>
        </p:txBody>
      </p:sp>
      <p:sp>
        <p:nvSpPr>
          <p:cNvPr id="112" name="Rectangle 4">
            <a:extLst>
              <a:ext uri="{FF2B5EF4-FFF2-40B4-BE49-F238E27FC236}">
                <a16:creationId xmlns:a16="http://schemas.microsoft.com/office/drawing/2014/main" id="{9DEF82BE-2C07-E056-1D52-405FBEEA38AC}"/>
              </a:ext>
            </a:extLst>
          </p:cNvPr>
          <p:cNvSpPr/>
          <p:nvPr/>
        </p:nvSpPr>
        <p:spPr>
          <a:xfrm>
            <a:off x="4858257" y="3080369"/>
            <a:ext cx="1464491" cy="716222"/>
          </a:xfrm>
          <a:prstGeom prst="rect">
            <a:avLst/>
          </a:prstGeom>
        </p:spPr>
        <p:txBody>
          <a:bodyPr wrap="square">
            <a:spAutoFit/>
          </a:bodyPr>
          <a:lstStyle/>
          <a:p>
            <a:pPr>
              <a:lnSpc>
                <a:spcPct val="130000"/>
              </a:lnSpc>
            </a:pPr>
            <a:r>
              <a:rPr lang="zh-CN" altLang="en-US" sz="800" b="1" dirty="0">
                <a:latin typeface="+mn-ea"/>
                <a:cs typeface="+mn-ea"/>
                <a:sym typeface="+mn-lt"/>
              </a:rPr>
              <a:t>新加坡</a:t>
            </a:r>
            <a:endParaRPr lang="en-US" altLang="zh-CN" sz="800" dirty="0">
              <a:latin typeface="+mn-ea"/>
              <a:cs typeface="+mn-ea"/>
              <a:sym typeface="+mn-lt"/>
            </a:endParaRPr>
          </a:p>
          <a:p>
            <a:pPr>
              <a:lnSpc>
                <a:spcPct val="130000"/>
              </a:lnSpc>
            </a:pPr>
            <a:r>
              <a:rPr lang="zh-CN" altLang="en-US" sz="800" dirty="0">
                <a:latin typeface="+mn-ea"/>
                <a:cs typeface="+mn-ea"/>
                <a:sym typeface="+mn-lt"/>
              </a:rPr>
              <a:t>新加坡滨海大道</a:t>
            </a:r>
            <a:r>
              <a:rPr lang="en-US" altLang="zh-CN" sz="800" dirty="0">
                <a:latin typeface="+mn-ea"/>
                <a:cs typeface="+mn-ea"/>
                <a:sym typeface="+mn-lt"/>
              </a:rPr>
              <a:t>10</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滨海湾金融中心</a:t>
            </a:r>
            <a:r>
              <a:rPr lang="en-US" altLang="zh-CN" sz="800" dirty="0">
                <a:latin typeface="+mn-ea"/>
                <a:cs typeface="+mn-ea"/>
                <a:sym typeface="+mn-lt"/>
              </a:rPr>
              <a:t>2</a:t>
            </a:r>
            <a:r>
              <a:rPr lang="zh-CN" altLang="en-US" sz="800" dirty="0">
                <a:latin typeface="+mn-ea"/>
                <a:cs typeface="+mn-ea"/>
                <a:sym typeface="+mn-lt"/>
              </a:rPr>
              <a:t>座 </a:t>
            </a:r>
            <a:r>
              <a:rPr lang="en-US" altLang="zh-CN" sz="800" dirty="0">
                <a:latin typeface="+mn-ea"/>
                <a:cs typeface="+mn-ea"/>
                <a:sym typeface="+mn-lt"/>
              </a:rPr>
              <a:t>#16-05</a:t>
            </a:r>
          </a:p>
          <a:p>
            <a:pPr>
              <a:lnSpc>
                <a:spcPct val="130000"/>
              </a:lnSpc>
            </a:pPr>
            <a:r>
              <a:rPr lang="zh-CN" altLang="en-US" sz="800" dirty="0">
                <a:latin typeface="+mn-ea"/>
                <a:cs typeface="+mn-ea"/>
                <a:sym typeface="+mn-lt"/>
              </a:rPr>
              <a:t>电话：</a:t>
            </a:r>
            <a:r>
              <a:rPr lang="en-US" altLang="zh-CN" sz="800" dirty="0">
                <a:latin typeface="+mn-ea"/>
                <a:cs typeface="+mn-ea"/>
                <a:sym typeface="+mn-lt"/>
              </a:rPr>
              <a:t>+65 6509 0110</a:t>
            </a:r>
          </a:p>
        </p:txBody>
      </p:sp>
      <p:sp>
        <p:nvSpPr>
          <p:cNvPr id="113" name="ïšľidê">
            <a:extLst>
              <a:ext uri="{FF2B5EF4-FFF2-40B4-BE49-F238E27FC236}">
                <a16:creationId xmlns:a16="http://schemas.microsoft.com/office/drawing/2014/main" id="{8858B2B9-EE61-8EE7-0EEF-56AEC1FDAB69}"/>
              </a:ext>
            </a:extLst>
          </p:cNvPr>
          <p:cNvSpPr/>
          <p:nvPr/>
        </p:nvSpPr>
        <p:spPr bwMode="auto">
          <a:xfrm>
            <a:off x="6672570" y="4030046"/>
            <a:ext cx="2195385" cy="1246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深圳</a:t>
            </a:r>
            <a:endParaRPr lang="en-US" altLang="zh-CN" sz="800" b="1" dirty="0">
              <a:latin typeface="+mn-ea"/>
              <a:cs typeface="+mn-ea"/>
              <a:sym typeface="+mn-lt"/>
            </a:endParaRPr>
          </a:p>
          <a:p>
            <a:pPr>
              <a:lnSpc>
                <a:spcPct val="130000"/>
              </a:lnSpc>
            </a:pPr>
            <a:r>
              <a:rPr lang="zh-CN" altLang="en-US" sz="800" dirty="0">
                <a:latin typeface="+mn-ea"/>
                <a:cs typeface="+mn-ea"/>
              </a:rPr>
              <a:t>深圳市前海深港合作区兴海大道</a:t>
            </a:r>
            <a:endParaRPr lang="en-US" altLang="zh-CN" sz="800" dirty="0">
              <a:latin typeface="+mn-ea"/>
              <a:cs typeface="+mn-ea"/>
            </a:endParaRPr>
          </a:p>
          <a:p>
            <a:pPr>
              <a:lnSpc>
                <a:spcPct val="130000"/>
              </a:lnSpc>
            </a:pPr>
            <a:r>
              <a:rPr lang="en-US" altLang="zh-CN" sz="800" dirty="0">
                <a:latin typeface="+mn-ea"/>
                <a:cs typeface="+mn-ea"/>
              </a:rPr>
              <a:t>3040</a:t>
            </a:r>
            <a:r>
              <a:rPr lang="zh-CN" altLang="en-US" sz="800" dirty="0">
                <a:latin typeface="+mn-ea"/>
                <a:cs typeface="+mn-ea"/>
              </a:rPr>
              <a:t>号前海世茂大厦</a:t>
            </a:r>
            <a:r>
              <a:rPr lang="en-US" altLang="zh-CN" sz="800" dirty="0">
                <a:latin typeface="+mn-ea"/>
                <a:cs typeface="+mn-ea"/>
              </a:rPr>
              <a:t>2402</a:t>
            </a:r>
            <a:r>
              <a:rPr lang="zh-CN" altLang="en-US" sz="800" dirty="0">
                <a:latin typeface="+mn-ea"/>
                <a:cs typeface="+mn-ea"/>
              </a:rPr>
              <a:t>室</a:t>
            </a:r>
            <a:endParaRPr lang="en-US" altLang="zh-CN" sz="800" dirty="0">
              <a:latin typeface="+mn-ea"/>
              <a:cs typeface="+mn-ea"/>
            </a:endParaRPr>
          </a:p>
          <a:p>
            <a:pPr>
              <a:lnSpc>
                <a:spcPct val="130000"/>
              </a:lnSpc>
            </a:pPr>
            <a:r>
              <a:rPr lang="zh-CN" altLang="en-US" sz="800" dirty="0">
                <a:latin typeface="+mn-ea"/>
                <a:cs typeface="+mn-ea"/>
              </a:rPr>
              <a:t>电话：</a:t>
            </a:r>
            <a:r>
              <a:rPr lang="en-US" altLang="zh-CN" sz="800" dirty="0">
                <a:latin typeface="+mn-ea"/>
                <a:cs typeface="+mn-ea"/>
              </a:rPr>
              <a:t>+86 755 2691 3468 </a:t>
            </a:r>
            <a:endParaRPr lang="en-US" altLang="zh-CN" sz="800" dirty="0">
              <a:latin typeface="+mn-ea"/>
              <a:cs typeface="+mn-ea"/>
              <a:sym typeface="+mn-lt"/>
            </a:endParaRPr>
          </a:p>
        </p:txBody>
      </p:sp>
      <p:sp>
        <p:nvSpPr>
          <p:cNvPr id="114" name="ïšľidê">
            <a:extLst>
              <a:ext uri="{FF2B5EF4-FFF2-40B4-BE49-F238E27FC236}">
                <a16:creationId xmlns:a16="http://schemas.microsoft.com/office/drawing/2014/main" id="{2A53FFCD-7272-27C7-F191-A057A4722667}"/>
              </a:ext>
            </a:extLst>
          </p:cNvPr>
          <p:cNvSpPr/>
          <p:nvPr/>
        </p:nvSpPr>
        <p:spPr bwMode="auto">
          <a:xfrm>
            <a:off x="6680612" y="2129867"/>
            <a:ext cx="1767077" cy="6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北京</a:t>
            </a:r>
            <a:endParaRPr lang="en-US" altLang="zh-CN" sz="800" b="1" dirty="0">
              <a:latin typeface="+mn-ea"/>
              <a:cs typeface="+mn-ea"/>
              <a:sym typeface="+mn-lt"/>
            </a:endParaRPr>
          </a:p>
          <a:p>
            <a:pPr>
              <a:lnSpc>
                <a:spcPct val="130000"/>
              </a:lnSpc>
            </a:pPr>
            <a:r>
              <a:rPr lang="zh-CN" altLang="en-US" sz="800" dirty="0">
                <a:latin typeface="+mn-ea"/>
                <a:cs typeface="+mn-ea"/>
                <a:sym typeface="+mn-lt"/>
              </a:rPr>
              <a:t>北京市朝阳区东三环中路</a:t>
            </a:r>
            <a:r>
              <a:rPr lang="en-US" altLang="zh-CN" sz="800" dirty="0">
                <a:latin typeface="+mn-ea"/>
                <a:cs typeface="+mn-ea"/>
                <a:sym typeface="+mn-lt"/>
              </a:rPr>
              <a:t>1</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环球金融中心西楼</a:t>
            </a:r>
            <a:r>
              <a:rPr lang="en-US" altLang="zh-CN" sz="800" dirty="0">
                <a:latin typeface="+mn-ea"/>
                <a:cs typeface="+mn-ea"/>
                <a:sym typeface="+mn-lt"/>
              </a:rPr>
              <a:t>1013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+86 10 6507 8234</a:t>
            </a:r>
          </a:p>
        </p:txBody>
      </p:sp>
      <p:sp>
        <p:nvSpPr>
          <p:cNvPr id="115" name="ïšľidê">
            <a:extLst>
              <a:ext uri="{FF2B5EF4-FFF2-40B4-BE49-F238E27FC236}">
                <a16:creationId xmlns:a16="http://schemas.microsoft.com/office/drawing/2014/main" id="{B960BD95-DFCC-760F-E28A-53FA572D6D26}"/>
              </a:ext>
            </a:extLst>
          </p:cNvPr>
          <p:cNvSpPr/>
          <p:nvPr/>
        </p:nvSpPr>
        <p:spPr bwMode="auto">
          <a:xfrm>
            <a:off x="6672571" y="3094261"/>
            <a:ext cx="1918057" cy="69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800" b="1" dirty="0">
                <a:latin typeface="+mn-ea"/>
                <a:cs typeface="+mn-ea"/>
                <a:sym typeface="+mn-lt"/>
              </a:rPr>
              <a:t>上海</a:t>
            </a:r>
            <a:endParaRPr lang="en-US" altLang="zh-CN" sz="800" b="1" dirty="0">
              <a:latin typeface="+mn-ea"/>
              <a:cs typeface="+mn-ea"/>
              <a:sym typeface="+mn-lt"/>
            </a:endParaRPr>
          </a:p>
          <a:p>
            <a:pPr>
              <a:lnSpc>
                <a:spcPct val="130000"/>
              </a:lnSpc>
            </a:pPr>
            <a:r>
              <a:rPr lang="zh-CN" altLang="en-US" sz="800" dirty="0">
                <a:latin typeface="+mn-ea"/>
                <a:cs typeface="+mn-ea"/>
                <a:sym typeface="+mn-lt"/>
              </a:rPr>
              <a:t>上海市黄浦区太仓路</a:t>
            </a:r>
            <a:r>
              <a:rPr lang="en-US" altLang="zh-CN" sz="800" dirty="0">
                <a:latin typeface="+mn-ea"/>
                <a:cs typeface="+mn-ea"/>
                <a:sym typeface="+mn-lt"/>
              </a:rPr>
              <a:t>233</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新茂大厦</a:t>
            </a:r>
            <a:r>
              <a:rPr lang="en-US" altLang="zh-CN" sz="800" dirty="0">
                <a:latin typeface="+mn-ea"/>
                <a:cs typeface="+mn-ea"/>
                <a:sym typeface="+mn-lt"/>
              </a:rPr>
              <a:t>2204-2205</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a:t>
            </a:r>
            <a:r>
              <a:rPr lang="en-HK" altLang="zh-CN" sz="800" dirty="0">
                <a:latin typeface="+mn-ea"/>
                <a:cs typeface="+mn-ea"/>
                <a:sym typeface="+mn-lt"/>
              </a:rPr>
              <a:t>21 6333 8131</a:t>
            </a:r>
            <a:endParaRPr lang="en-US" altLang="zh-CN" sz="800" dirty="0">
              <a:latin typeface="+mn-ea"/>
              <a:cs typeface="+mn-ea"/>
              <a:sym typeface="+mn-lt"/>
            </a:endParaRPr>
          </a:p>
        </p:txBody>
      </p:sp>
      <p:sp>
        <p:nvSpPr>
          <p:cNvPr id="116" name="ïšľidê">
            <a:extLst>
              <a:ext uri="{FF2B5EF4-FFF2-40B4-BE49-F238E27FC236}">
                <a16:creationId xmlns:a16="http://schemas.microsoft.com/office/drawing/2014/main" id="{502B5C0B-65A0-358A-F409-DE1E3CA9E0E7}"/>
              </a:ext>
            </a:extLst>
          </p:cNvPr>
          <p:cNvSpPr/>
          <p:nvPr/>
        </p:nvSpPr>
        <p:spPr bwMode="auto">
          <a:xfrm>
            <a:off x="6672572" y="5001934"/>
            <a:ext cx="1775118" cy="6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62" tIns="41032" rIns="82062" bIns="41032"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AU" sz="800" b="1" dirty="0">
                <a:latin typeface="+mn-ea"/>
                <a:cs typeface="+mn-ea"/>
                <a:sym typeface="+mn-lt"/>
              </a:rPr>
              <a:t>杭州</a:t>
            </a:r>
            <a:endParaRPr lang="en-US" altLang="zh-CN" sz="800" b="1" dirty="0">
              <a:latin typeface="+mn-ea"/>
              <a:cs typeface="+mn-ea"/>
              <a:sym typeface="+mn-lt"/>
            </a:endParaRPr>
          </a:p>
          <a:p>
            <a:pPr>
              <a:lnSpc>
                <a:spcPct val="130000"/>
              </a:lnSpc>
            </a:pPr>
            <a:r>
              <a:rPr lang="zh-CN" altLang="en-US" sz="800" dirty="0">
                <a:latin typeface="+mn-ea"/>
                <a:cs typeface="+mn-ea"/>
                <a:sym typeface="+mn-lt"/>
              </a:rPr>
              <a:t>杭州市上城区新业路</a:t>
            </a:r>
            <a:r>
              <a:rPr lang="en-US" altLang="zh-CN" sz="800" dirty="0">
                <a:latin typeface="+mn-ea"/>
                <a:cs typeface="+mn-ea"/>
                <a:sym typeface="+mn-lt"/>
              </a:rPr>
              <a:t>228</a:t>
            </a:r>
            <a:r>
              <a:rPr lang="zh-CN" altLang="en-US" sz="800" dirty="0">
                <a:latin typeface="+mn-ea"/>
                <a:cs typeface="+mn-ea"/>
                <a:sym typeface="+mn-lt"/>
              </a:rPr>
              <a:t>号</a:t>
            </a:r>
            <a:endParaRPr lang="en-US" altLang="zh-CN" sz="800" dirty="0">
              <a:latin typeface="+mn-ea"/>
              <a:cs typeface="+mn-ea"/>
              <a:sym typeface="+mn-lt"/>
            </a:endParaRPr>
          </a:p>
          <a:p>
            <a:pPr>
              <a:lnSpc>
                <a:spcPct val="130000"/>
              </a:lnSpc>
            </a:pPr>
            <a:r>
              <a:rPr lang="zh-CN" altLang="en-US" sz="800" dirty="0">
                <a:latin typeface="+mn-ea"/>
                <a:cs typeface="+mn-ea"/>
                <a:sym typeface="+mn-lt"/>
              </a:rPr>
              <a:t>来福士中心</a:t>
            </a:r>
            <a:r>
              <a:rPr lang="en-US" altLang="zh-CN" sz="800" dirty="0">
                <a:latin typeface="+mn-ea"/>
                <a:cs typeface="+mn-ea"/>
                <a:sym typeface="+mn-lt"/>
              </a:rPr>
              <a:t>T2</a:t>
            </a:r>
            <a:r>
              <a:rPr lang="zh-CN" altLang="en-US" sz="800" dirty="0">
                <a:latin typeface="+mn-ea"/>
                <a:cs typeface="+mn-ea"/>
                <a:sym typeface="+mn-lt"/>
              </a:rPr>
              <a:t>办公楼</a:t>
            </a:r>
            <a:r>
              <a:rPr lang="en-US" altLang="zh-CN" sz="800" dirty="0">
                <a:latin typeface="+mn-ea"/>
                <a:cs typeface="+mn-ea"/>
                <a:sym typeface="+mn-lt"/>
              </a:rPr>
              <a:t>1702-1703</a:t>
            </a:r>
            <a:r>
              <a:rPr lang="zh-CN" altLang="en-US" sz="800" dirty="0">
                <a:latin typeface="+mn-ea"/>
                <a:cs typeface="+mn-ea"/>
                <a:sym typeface="+mn-lt"/>
              </a:rPr>
              <a:t>室</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+86 571 8805 8596</a:t>
            </a:r>
          </a:p>
        </p:txBody>
      </p:sp>
      <p:sp>
        <p:nvSpPr>
          <p:cNvPr id="117" name="Rectangle 4">
            <a:extLst>
              <a:ext uri="{FF2B5EF4-FFF2-40B4-BE49-F238E27FC236}">
                <a16:creationId xmlns:a16="http://schemas.microsoft.com/office/drawing/2014/main" id="{8C96B27C-A214-48B3-8FD0-15D3754B564F}"/>
              </a:ext>
            </a:extLst>
          </p:cNvPr>
          <p:cNvSpPr/>
          <p:nvPr/>
        </p:nvSpPr>
        <p:spPr>
          <a:xfrm>
            <a:off x="4858257" y="4030871"/>
            <a:ext cx="1630254" cy="716222"/>
          </a:xfrm>
          <a:prstGeom prst="rect">
            <a:avLst/>
          </a:prstGeom>
        </p:spPr>
        <p:txBody>
          <a:bodyPr wrap="square">
            <a:spAutoFit/>
          </a:bodyPr>
          <a:lstStyle/>
          <a:p>
            <a:pPr>
              <a:lnSpc>
                <a:spcPct val="130000"/>
              </a:lnSpc>
            </a:pPr>
            <a:r>
              <a:rPr lang="en-AU" altLang="zh-CN" sz="800" b="1" dirty="0">
                <a:latin typeface="+mn-ea"/>
                <a:cs typeface="+mn-ea"/>
                <a:sym typeface="+mn-lt"/>
              </a:rPr>
              <a:t>Fargo Space</a:t>
            </a:r>
            <a:endParaRPr lang="en-US" altLang="zh-CN" sz="800" dirty="0">
              <a:latin typeface="+mn-ea"/>
              <a:cs typeface="+mn-ea"/>
              <a:sym typeface="+mn-lt"/>
            </a:endParaRPr>
          </a:p>
          <a:p>
            <a:pPr>
              <a:lnSpc>
                <a:spcPct val="130000"/>
              </a:lnSpc>
            </a:pPr>
            <a:r>
              <a:rPr lang="zh-CN" altLang="en-US" sz="800" dirty="0">
                <a:latin typeface="+mn-ea"/>
                <a:cs typeface="+mn-ea"/>
                <a:sym typeface="+mn-lt"/>
              </a:rPr>
              <a:t>香港尖沙咀海港城</a:t>
            </a:r>
            <a:endParaRPr lang="en-US" altLang="zh-CN" sz="800" dirty="0">
              <a:latin typeface="+mn-ea"/>
              <a:cs typeface="+mn-ea"/>
              <a:sym typeface="+mn-lt"/>
            </a:endParaRPr>
          </a:p>
          <a:p>
            <a:pPr>
              <a:lnSpc>
                <a:spcPct val="130000"/>
              </a:lnSpc>
            </a:pPr>
            <a:r>
              <a:rPr lang="zh-CN" altLang="en-US" sz="800" dirty="0">
                <a:latin typeface="+mn-ea"/>
                <a:cs typeface="+mn-ea"/>
                <a:sym typeface="+mn-lt"/>
              </a:rPr>
              <a:t>港威大厦</a:t>
            </a:r>
            <a:r>
              <a:rPr lang="en-US" altLang="zh-CN" sz="800" dirty="0">
                <a:latin typeface="+mn-ea"/>
                <a:cs typeface="+mn-ea"/>
                <a:sym typeface="+mn-lt"/>
              </a:rPr>
              <a:t>5</a:t>
            </a:r>
            <a:r>
              <a:rPr lang="zh-CN" altLang="en-US" sz="800" dirty="0">
                <a:latin typeface="+mn-ea"/>
                <a:cs typeface="+mn-ea"/>
                <a:sym typeface="+mn-lt"/>
              </a:rPr>
              <a:t>座</a:t>
            </a:r>
            <a:r>
              <a:rPr lang="en-US" altLang="zh-CN" sz="800" dirty="0">
                <a:latin typeface="+mn-ea"/>
                <a:cs typeface="+mn-ea"/>
                <a:sym typeface="+mn-lt"/>
              </a:rPr>
              <a:t>33</a:t>
            </a:r>
            <a:r>
              <a:rPr lang="zh-CN" altLang="en-US" sz="800" dirty="0">
                <a:latin typeface="+mn-ea"/>
                <a:cs typeface="+mn-ea"/>
                <a:sym typeface="+mn-lt"/>
              </a:rPr>
              <a:t>楼</a:t>
            </a:r>
            <a:r>
              <a:rPr lang="en-US" altLang="zh-CN" sz="800" dirty="0">
                <a:latin typeface="+mn-ea"/>
                <a:cs typeface="+mn-ea"/>
                <a:sym typeface="+mn-lt"/>
              </a:rPr>
              <a:t>3301-3304</a:t>
            </a:r>
            <a:r>
              <a:rPr lang="zh-CN" altLang="en-US" sz="800" dirty="0">
                <a:latin typeface="+mn-ea"/>
                <a:cs typeface="+mn-ea"/>
                <a:sym typeface="+mn-lt"/>
              </a:rPr>
              <a:t>室 </a:t>
            </a:r>
            <a:endParaRPr lang="en-US" altLang="zh-CN" sz="800" dirty="0">
              <a:latin typeface="+mn-ea"/>
              <a:cs typeface="+mn-ea"/>
              <a:sym typeface="+mn-lt"/>
            </a:endParaRPr>
          </a:p>
          <a:p>
            <a:pPr>
              <a:lnSpc>
                <a:spcPct val="130000"/>
              </a:lnSpc>
            </a:pPr>
            <a:r>
              <a:rPr lang="zh-CN" altLang="en-US" sz="800" dirty="0">
                <a:latin typeface="+mn-ea"/>
                <a:cs typeface="+mn-ea"/>
                <a:sym typeface="+mn-lt"/>
              </a:rPr>
              <a:t>电话：</a:t>
            </a:r>
            <a:r>
              <a:rPr lang="en-US" altLang="zh-CN" sz="800" dirty="0">
                <a:latin typeface="+mn-ea"/>
                <a:cs typeface="+mn-ea"/>
                <a:sym typeface="+mn-lt"/>
              </a:rPr>
              <a:t>+852 2439 9745</a:t>
            </a:r>
          </a:p>
        </p:txBody>
      </p:sp>
      <p:sp>
        <p:nvSpPr>
          <p:cNvPr id="5" name="文本框 3">
            <a:extLst>
              <a:ext uri="{FF2B5EF4-FFF2-40B4-BE49-F238E27FC236}">
                <a16:creationId xmlns:a16="http://schemas.microsoft.com/office/drawing/2014/main" id="{3B5C3F63-F8CA-4F41-8927-22457C0C1AA8}"/>
              </a:ext>
            </a:extLst>
          </p:cNvPr>
          <p:cNvSpPr txBox="1"/>
          <p:nvPr/>
        </p:nvSpPr>
        <p:spPr>
          <a:xfrm>
            <a:off x="323751" y="1018000"/>
            <a:ext cx="4534506" cy="699359"/>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just" eaLnBrk="1" fontAlgn="auto" hangingPunct="1">
              <a:lnSpc>
                <a:spcPct val="150000"/>
              </a:lnSpc>
              <a:spcBef>
                <a:spcPts val="0"/>
              </a:spcBef>
              <a:spcAft>
                <a:spcPts val="0"/>
              </a:spcAft>
            </a:pPr>
            <a:r>
              <a:rPr lang="en-US" altLang="zh-CN" sz="1400" dirty="0">
                <a:latin typeface="华文细黑"/>
                <a:ea typeface="华文细黑"/>
                <a:cs typeface="+mn-ea"/>
                <a:sym typeface="+mn-lt"/>
                <a:hlinkClick r:id="rId2">
                  <a:extLst>
                    <a:ext uri="{A12FA001-AC4F-418D-AE19-62706E023703}">
                      <ahyp:hlinkClr xmlns:ahyp="http://schemas.microsoft.com/office/drawing/2018/hyperlinkcolor" val="tx"/>
                    </a:ext>
                  </a:extLst>
                </a:hlinkClick>
              </a:rPr>
              <a:t>www.fargowealth.com</a:t>
            </a:r>
            <a:endParaRPr lang="en-US" altLang="zh-CN" sz="1400" dirty="0">
              <a:latin typeface="华文细黑"/>
              <a:ea typeface="华文细黑"/>
              <a:cs typeface="+mn-ea"/>
              <a:sym typeface="+mn-lt"/>
            </a:endParaRPr>
          </a:p>
          <a:p>
            <a:pPr algn="just" eaLnBrk="1" fontAlgn="auto" hangingPunct="1">
              <a:lnSpc>
                <a:spcPct val="150000"/>
              </a:lnSpc>
              <a:spcBef>
                <a:spcPts val="0"/>
              </a:spcBef>
              <a:spcAft>
                <a:spcPts val="0"/>
              </a:spcAft>
            </a:pPr>
            <a:r>
              <a:rPr lang="zh-CN" altLang="en-US" sz="1400" dirty="0">
                <a:solidFill>
                  <a:srgbClr val="000000"/>
                </a:solidFill>
                <a:latin typeface="华文细黑"/>
                <a:ea typeface="华文细黑"/>
                <a:cs typeface="+mn-ea"/>
                <a:sym typeface="+mn-lt"/>
              </a:rPr>
              <a:t>资产管理服务由集团旗下公司绅士资本提供</a:t>
            </a:r>
            <a:endParaRPr lang="en-US" altLang="zh-CN" sz="1400" dirty="0">
              <a:solidFill>
                <a:srgbClr val="000000"/>
              </a:solidFill>
              <a:latin typeface="华文细黑"/>
              <a:ea typeface="华文细黑"/>
              <a:cs typeface="+mn-ea"/>
              <a:sym typeface="+mn-lt"/>
            </a:endParaRPr>
          </a:p>
        </p:txBody>
      </p:sp>
    </p:spTree>
    <p:extLst>
      <p:ext uri="{BB962C8B-B14F-4D97-AF65-F5344CB8AC3E}">
        <p14:creationId xmlns:p14="http://schemas.microsoft.com/office/powerpoint/2010/main" val="148448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zh-CN" altLang="en-US" dirty="0"/>
              <a:t>免责声明</a:t>
            </a:r>
          </a:p>
        </p:txBody>
      </p:sp>
      <p:sp>
        <p:nvSpPr>
          <p:cNvPr id="2" name="文本框 1">
            <a:extLst>
              <a:ext uri="{FF2B5EF4-FFF2-40B4-BE49-F238E27FC236}">
                <a16:creationId xmlns:a16="http://schemas.microsoft.com/office/drawing/2014/main" id="{DFCFF58C-EE27-CBA6-35C9-4C3AE67A1696}"/>
              </a:ext>
            </a:extLst>
          </p:cNvPr>
          <p:cNvSpPr txBox="1"/>
          <p:nvPr/>
        </p:nvSpPr>
        <p:spPr>
          <a:xfrm>
            <a:off x="340421" y="1052736"/>
            <a:ext cx="8395445" cy="5355312"/>
          </a:xfrm>
          <a:prstGeom prst="rect">
            <a:avLst/>
          </a:prstGeom>
          <a:noFill/>
        </p:spPr>
        <p:txBody>
          <a:bodyPr wrap="square">
            <a:spAutoFit/>
          </a:bodyPr>
          <a:lstStyle/>
          <a:p>
            <a:r>
              <a:rPr lang="zh-CN" altLang="en-US" sz="1200" dirty="0"/>
              <a:t>绅士资本有限公司（“绅士资本”）获得香港证券及期货事务监察委员会（“证监会”）颁发的第 </a:t>
            </a:r>
            <a:r>
              <a:rPr lang="en-US" altLang="zh-CN" sz="1200" dirty="0"/>
              <a:t>9 </a:t>
            </a:r>
            <a:r>
              <a:rPr lang="zh-CN" altLang="en-US" sz="1200" dirty="0"/>
              <a:t>类受监管活动（资产管理）（中央编号：</a:t>
            </a:r>
            <a:r>
              <a:rPr lang="en-US" altLang="zh-CN" sz="1200" dirty="0"/>
              <a:t>BIJ793</a:t>
            </a:r>
            <a:r>
              <a:rPr lang="zh-CN" altLang="en-US" sz="1200" dirty="0"/>
              <a:t>）。</a:t>
            </a:r>
            <a:endParaRPr lang="en-US" altLang="zh-CN" sz="1200" dirty="0"/>
          </a:p>
          <a:p>
            <a:endParaRPr lang="zh-CN" altLang="en-US" sz="1200" dirty="0"/>
          </a:p>
          <a:p>
            <a:r>
              <a:rPr lang="zh-CN" altLang="en-US" sz="1200" dirty="0"/>
              <a:t>在代表您行使投资酌情权时，绅士资本可能会不时从经纪商处收取现金回扣，以代表您将交易业务交给经纪商。</a:t>
            </a:r>
          </a:p>
          <a:p>
            <a:endParaRPr lang="en-US" altLang="zh-CN" sz="1200" dirty="0"/>
          </a:p>
          <a:p>
            <a:r>
              <a:rPr lang="zh-CN" altLang="en-US" sz="1200" dirty="0"/>
              <a:t>绅士资本还可能从产品发行人那里获得非金钱利益，例如研究报告、市场分析数据、投资组合分析、培训和研讨会。</a:t>
            </a:r>
          </a:p>
          <a:p>
            <a:endParaRPr lang="en-US" altLang="zh-CN" sz="1200" dirty="0"/>
          </a:p>
          <a:p>
            <a:r>
              <a:rPr lang="zh-CN" altLang="en-US" sz="1200" dirty="0"/>
              <a:t>绅士资本认为本文件的内容基于被认为可靠的信息来源。 投资和任何产生收入的工具的价值可升可跌。 投资涉及风险，包括本金损失。 不保证股息。 我们的预测是基于过去的表现。 过去的表现并不能保证未来的结果。 投资组合可能会遭受损失并获得收益。 未来回报无法保证，可能会出现本金损失。</a:t>
            </a:r>
          </a:p>
          <a:p>
            <a:endParaRPr lang="en-US" altLang="zh-CN" sz="1200" dirty="0"/>
          </a:p>
          <a:p>
            <a:r>
              <a:rPr lang="zh-CN" altLang="en-US" sz="1200" dirty="0"/>
              <a:t>绅士资本相信通讯中的信息和内容的来源是可靠的，但它不能也不做任何明示或暗示的保证，并且不对任何信息或数据的准确性、有效性、及时性、适销性或完整性承担任何责任。 任何特定目的或用途，或信息或数据将没有错误。</a:t>
            </a:r>
          </a:p>
          <a:p>
            <a:r>
              <a:rPr lang="zh-CN" altLang="en-US" sz="1200" dirty="0"/>
              <a:t>绅士资本不对任何人对本文所表达的任何陈述或意见的任何依赖承担任何责任。绅士资本或其任何关联公司、董事、高级职员或雇员均不对任何人因使用此信息而可能遭受的任何性质的任何损失或损害承担任何责任或任何形式的责任。 不得出于任何目的依赖本通讯中包含的信息或意见。</a:t>
            </a:r>
          </a:p>
          <a:p>
            <a:endParaRPr lang="en-US" altLang="zh-CN" sz="1200" dirty="0"/>
          </a:p>
          <a:p>
            <a:r>
              <a:rPr lang="zh-CN" altLang="en-US" sz="1200" dirty="0"/>
              <a:t>本通讯中的内容仅适用于继续符合合格和</a:t>
            </a:r>
            <a:r>
              <a:rPr lang="en-US" altLang="zh-CN" sz="1200" dirty="0"/>
              <a:t>/</a:t>
            </a:r>
            <a:r>
              <a:rPr lang="zh-CN" altLang="en-US" sz="1200" dirty="0"/>
              <a:t>或认可</a:t>
            </a:r>
            <a:r>
              <a:rPr lang="en-US" altLang="zh-CN" sz="1200" dirty="0"/>
              <a:t>/</a:t>
            </a:r>
            <a:r>
              <a:rPr lang="zh-CN" altLang="en-US" sz="1200" dirty="0"/>
              <a:t>专业投资者定义的绅士资本的实际客户。</a:t>
            </a:r>
          </a:p>
          <a:p>
            <a:endParaRPr lang="en-US" altLang="zh-CN" sz="1200" dirty="0"/>
          </a:p>
          <a:p>
            <a:r>
              <a:rPr lang="zh-CN" altLang="en-US" sz="1200" dirty="0"/>
              <a:t>本通讯的内容是严格保密的，仅供背景和信息之用。绅士资本未经审核内容的真实性、事实准确性或完整性。 内容并不声称是完全或完整的。</a:t>
            </a:r>
          </a:p>
          <a:p>
            <a:endParaRPr lang="en-US" altLang="zh-CN" sz="1200" dirty="0"/>
          </a:p>
          <a:p>
            <a:r>
              <a:rPr lang="zh-CN" altLang="en-US" sz="1200" dirty="0"/>
              <a:t>未经绅士资本事先书面许可，不得以任何方式抄襲、复制、披露或出版本通讯的任何部分。</a:t>
            </a:r>
          </a:p>
          <a:p>
            <a:endParaRPr lang="en-US" altLang="zh-CN" sz="1200" dirty="0"/>
          </a:p>
          <a:p>
            <a:r>
              <a:rPr lang="zh-CN" altLang="en-US" sz="1200" dirty="0"/>
              <a:t>本通讯不构成任何发行或出售的要约，或任何认购或购买任何股份或任何其他利益的要约的招揽，也不构成任何司法管辖区或任何人的任何要约，也不构成任何要约的一部分，也不构成其发行或出售的任何要约的一部分，也不构成任何合同或承诺的基础或与之相关的依赖。</a:t>
            </a:r>
          </a:p>
          <a:p>
            <a:endParaRPr lang="zh-CN" altLang="en-US" dirty="0"/>
          </a:p>
        </p:txBody>
      </p:sp>
    </p:spTree>
    <p:extLst>
      <p:ext uri="{BB962C8B-B14F-4D97-AF65-F5344CB8AC3E}">
        <p14:creationId xmlns:p14="http://schemas.microsoft.com/office/powerpoint/2010/main" val="320910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3357BE-CC4B-407D-9609-273E5F56723A}"/>
              </a:ext>
            </a:extLst>
          </p:cNvPr>
          <p:cNvSpPr>
            <a:spLocks noGrp="1"/>
          </p:cNvSpPr>
          <p:nvPr>
            <p:ph type="title"/>
          </p:nvPr>
        </p:nvSpPr>
        <p:spPr>
          <a:xfrm>
            <a:off x="381575" y="3"/>
            <a:ext cx="8354291" cy="856211"/>
          </a:xfrm>
        </p:spPr>
        <p:txBody>
          <a:bodyPr/>
          <a:lstStyle/>
          <a:p>
            <a:r>
              <a:rPr lang="en-US" altLang="zh-CN" dirty="0"/>
              <a:t>Disclaimer</a:t>
            </a:r>
            <a:endParaRPr lang="zh-CN" altLang="en-US" dirty="0"/>
          </a:p>
        </p:txBody>
      </p:sp>
      <p:sp>
        <p:nvSpPr>
          <p:cNvPr id="4" name="Text Box 1032">
            <a:extLst>
              <a:ext uri="{FF2B5EF4-FFF2-40B4-BE49-F238E27FC236}">
                <a16:creationId xmlns:a16="http://schemas.microsoft.com/office/drawing/2014/main" id="{4DC88C12-63EB-F401-1C12-B0B04B73E2A1}"/>
              </a:ext>
            </a:extLst>
          </p:cNvPr>
          <p:cNvSpPr txBox="1">
            <a:spLocks noChangeArrowheads="1"/>
          </p:cNvSpPr>
          <p:nvPr/>
        </p:nvSpPr>
        <p:spPr bwMode="auto">
          <a:xfrm>
            <a:off x="381574" y="1053767"/>
            <a:ext cx="8354291"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tIns="0" rIns="0" bIns="0">
            <a:spAutoFit/>
          </a:bodyPr>
          <a:lstStyle>
            <a:lvl1pPr>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1pPr>
            <a:lvl2pPr marL="742950" indent="-28575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2pPr>
            <a:lvl3pPr marL="11430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3pPr>
            <a:lvl4pPr marL="16002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4pPr>
            <a:lvl5pPr marL="2057400" indent="-228600">
              <a:spcBef>
                <a:spcPct val="50000"/>
              </a:spcBef>
              <a:defRPr>
                <a:solidFill>
                  <a:schemeClr val="tx1"/>
                </a:solidFill>
                <a:latin typeface="Frutiger 55 Roman"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50000"/>
              </a:spcBef>
              <a:spcAft>
                <a:spcPct val="0"/>
              </a:spcAft>
              <a:defRPr>
                <a:solidFill>
                  <a:schemeClr val="tx1"/>
                </a:solidFill>
                <a:latin typeface="Frutiger 55 Roman" pitchFamily="34" charset="0"/>
                <a:ea typeface="Arial Unicode MS" panose="020B0604020202020204" pitchFamily="34" charset="-122"/>
                <a:cs typeface="Arial Unicode MS" panose="020B0604020202020204" pitchFamily="34" charset="-122"/>
              </a:defRPr>
            </a:lvl9pPr>
          </a:lstStyle>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Limited ("Gentleman Capital") is licensed for Type 9 Regulated Activities (Asset Management) by the Securities and Futures Commission (“SFC”) of Hong Kong (Central Entity No. BIJ793).</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When acting for you in the exercise of investment discretion, we may, from time to time, receive cash rebates from a broker in consideration of directing transaction business on behalf of you to the broker.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We may also receive non-monetary benefits, such as research report, market analysis data, portfolio analysis, training and seminars from the product issuer.</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that the contents of this document are based on sources of information believed to be reliable. The value of investments and any income generated instruments may go down as well as up. Investing involves risk, including loss of principal. Dividends are not guaranteed. Our projection is based on past performance.  Past performance does not guarantee future results. A portfolio could suffer losses as well as achieve gains. Future returns are not guaranteed and a loss of principal may occur.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believes the source of the information and content in the communication to be reliable however it cannot and does not guarantee, either expressly or impliedly, and accepts no liability for the accuracy, validity, timeliness, merchantability or completeness of any information or data for any particular purpose or use or that the information or data will be free from error.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Gentleman Capital does not undertake any responsibility for any reliance which is placed by any person on any statements or opinions which are expressed herein. Neither Gentleman Capital, nor any of its affiliates, directors, officers or employees will be liable or have any responsibility of any kind for any loss or damage of whatever nature that any person may incur resulting from the use of this information. No reliance may be placed for any purpose on the information or opinions contained in this communication.</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in this communication is intended only for actual clients of Gentleman Capital who continue to meet the definition of qualified and or accredited / professional investors.</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The content of this communication is strictly confidential and for background and information purposes only. The content has not been audited for veracity, factual accuracy or completeness by Gentleman Capital. The content does not purport to be full or complete.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No part of this communication may be copied, reproduced, disclosed or published in any manner whatsoever without the prior written permission of Gentleman Capital. </a:t>
            </a:r>
          </a:p>
          <a:p>
            <a:pPr algn="just">
              <a:spcBef>
                <a:spcPts val="0"/>
              </a:spcBef>
              <a:defRPr/>
            </a:pPr>
            <a:endParaRPr lang="en-US" altLang="zh-CN" sz="900" dirty="0">
              <a:latin typeface="Arial" panose="020B0604020202020204" pitchFamily="34" charset="0"/>
              <a:ea typeface="华文细黑" panose="02010600040101010101" pitchFamily="2" charset="-122"/>
              <a:cs typeface="Arial" panose="020B0604020202020204" pitchFamily="34" charset="0"/>
              <a:sym typeface="+mn-lt"/>
            </a:endParaRPr>
          </a:p>
          <a:p>
            <a:pPr algn="just">
              <a:spcBef>
                <a:spcPts val="0"/>
              </a:spcBef>
              <a:defRPr/>
            </a:pPr>
            <a:r>
              <a:rPr lang="en-US" altLang="zh-CN" sz="900" dirty="0">
                <a:latin typeface="Arial" panose="020B0604020202020204" pitchFamily="34" charset="0"/>
                <a:ea typeface="华文细黑" panose="02010600040101010101" pitchFamily="2" charset="-122"/>
                <a:cs typeface="Arial" panose="020B0604020202020204" pitchFamily="34" charset="0"/>
                <a:sym typeface="+mn-lt"/>
              </a:rPr>
              <a:t>This communication does not constitute or form part of any offer to issue or sell, or any solicitation of any offer to subscribe or purchase, any shares or any other interests in any jurisdiction or to any person, nor shall it or the fact of its distribution form the basis of, or be relied on in connection with, any contract or commitment whatsoever.</a:t>
            </a:r>
          </a:p>
        </p:txBody>
      </p:sp>
    </p:spTree>
    <p:extLst>
      <p:ext uri="{BB962C8B-B14F-4D97-AF65-F5344CB8AC3E}">
        <p14:creationId xmlns:p14="http://schemas.microsoft.com/office/powerpoint/2010/main" val="39288727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 STYLE" val="SANS SERIF"/>
</p:tagLst>
</file>

<file path=ppt/tags/tag2.xml><?xml version="1.0" encoding="utf-8"?>
<p:tagLst xmlns:a="http://schemas.openxmlformats.org/drawingml/2006/main" xmlns:r="http://schemas.openxmlformats.org/officeDocument/2006/relationships" xmlns:p="http://schemas.openxmlformats.org/presentationml/2006/main">
  <p:tag name="TEXT_TYPE" val="CREATE DATE"/>
</p:tagLst>
</file>

<file path=ppt/tags/tag3.xml><?xml version="1.0" encoding="utf-8"?>
<p:tagLst xmlns:a="http://schemas.openxmlformats.org/drawingml/2006/main" xmlns:r="http://schemas.openxmlformats.org/officeDocument/2006/relationships" xmlns:p="http://schemas.openxmlformats.org/presentationml/2006/main">
  <p:tag name="TEXT_TYPE" val="PRESENTATION PRESENTER"/>
  <p:tag name="FONT STYLE" val="SANS SERIF"/>
</p:tagLst>
</file>

<file path=ppt/tags/tag4.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5.xml><?xml version="1.0" encoding="utf-8"?>
<p:tagLst xmlns:a="http://schemas.openxmlformats.org/drawingml/2006/main" xmlns:r="http://schemas.openxmlformats.org/officeDocument/2006/relationships" xmlns:p="http://schemas.openxmlformats.org/presentationml/2006/main">
  <p:tag name="TEXT_TYPE" val="SECURITY TEXT"/>
  <p:tag name="FONT STYLE" val="SANS SERIF"/>
</p:tagLst>
</file>

<file path=ppt/tags/tag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710000000000000E-13"/>
  <p:tag name="LEFT" val="612000000000000E-12"/>
  <p:tag name="HEIGHT" val="260000000000000E-13"/>
  <p:tag name="WIDTH" val="850000000000000E-13"/>
  <p:tag name="TEXT_TYPE" val="DRAFT STAMP"/>
</p:tagLst>
</file>

<file path=ppt/tags/tag7.xml><?xml version="1.0" encoding="utf-8"?>
<p:tagLst xmlns:a="http://schemas.openxmlformats.org/drawingml/2006/main" xmlns:r="http://schemas.openxmlformats.org/officeDocument/2006/relationships" xmlns:p="http://schemas.openxmlformats.org/presentationml/2006/main">
  <p:tag name="TEXT_TYPE" val="DOCUMENT ID"/>
</p:tagLst>
</file>

<file path=ppt/tags/tag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9.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0.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1.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2.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3.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4.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1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1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0.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21.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2.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4.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6.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9.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0.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1.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6.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7.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1.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2.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3.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4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7.xml><?xml version="1.0" encoding="utf-8"?>
<p:tagLst xmlns:a="http://schemas.openxmlformats.org/drawingml/2006/main" xmlns:r="http://schemas.openxmlformats.org/officeDocument/2006/relationships" xmlns:p="http://schemas.openxmlformats.org/presentationml/2006/main">
  <p:tag name="TEXT_TYPE" val="UBS LOGO"/>
  <p:tag name="TOP" val="44.64"/>
  <p:tag name="LEFT" val="33.84"/>
  <p:tag name="WIDTH" val="87.26456"/>
  <p:tag name="HEIGHT" val="31.89315"/>
</p:tagLst>
</file>

<file path=ppt/tags/tag48.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esXpress_OnScreen_Theme">
  <a:themeElements>
    <a:clrScheme name="自定义 2">
      <a:dk1>
        <a:srgbClr val="000000"/>
      </a:dk1>
      <a:lt1>
        <a:sysClr val="window" lastClr="FFFFFF"/>
      </a:lt1>
      <a:dk2>
        <a:srgbClr val="FF0000"/>
      </a:dk2>
      <a:lt2>
        <a:srgbClr val="C0504D"/>
      </a:lt2>
      <a:accent1>
        <a:srgbClr val="DEDDD0"/>
      </a:accent1>
      <a:accent2>
        <a:srgbClr val="B4A69A"/>
      </a:accent2>
      <a:accent3>
        <a:srgbClr val="6F7E8D"/>
      </a:accent3>
      <a:accent4>
        <a:srgbClr val="8BAFAE"/>
      </a:accent4>
      <a:accent5>
        <a:srgbClr val="3692CA"/>
      </a:accent5>
      <a:accent6>
        <a:srgbClr val="87796C"/>
      </a:accent6>
      <a:hlink>
        <a:srgbClr val="6F7E8D"/>
      </a:hlink>
      <a:folHlink>
        <a:srgbClr val="7F7F7F"/>
      </a:folHlink>
    </a:clrScheme>
    <a:fontScheme name="品牌字体">
      <a:majorFont>
        <a:latin typeface="华文细黑"/>
        <a:ea typeface="华文细黑"/>
        <a:cs typeface=""/>
      </a:majorFont>
      <a:minorFont>
        <a:latin typeface="华文细黑"/>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7B7D80"/>
          </a:solidFill>
        </a:ln>
      </a:spPr>
      <a:bodyPr rot="0" spcFirstLastPara="0" vertOverflow="overflow" horzOverflow="overflow" vert="horz" wrap="square" lIns="0" tIns="0" rIns="0" bIns="0" numCol="1" spcCol="0" rtlCol="0" fromWordArt="0" anchor="ctr" anchorCtr="0" forceAA="0" compatLnSpc="1">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B7D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AE97613378C047B7482F4CCCC3287B" ma:contentTypeVersion="5" ma:contentTypeDescription="Create a new document." ma:contentTypeScope="" ma:versionID="57f8b5a9b3106cdea734119273707025">
  <xsd:schema xmlns:xsd="http://www.w3.org/2001/XMLSchema" xmlns:xs="http://www.w3.org/2001/XMLSchema" xmlns:p="http://schemas.microsoft.com/office/2006/metadata/properties" xmlns:ns3="68d9c7e1-c81f-4021-8aac-e8cf84e151d6" targetNamespace="http://schemas.microsoft.com/office/2006/metadata/properties" ma:root="true" ma:fieldsID="fe6e24c70c65488e05c2431d3f2d34d3" ns3:_="">
    <xsd:import namespace="68d9c7e1-c81f-4021-8aac-e8cf84e151d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d9c7e1-c81f-4021-8aac-e8cf84e151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1C7027-AE5F-4F6D-848F-2CB37C6806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d9c7e1-c81f-4021-8aac-e8cf84e151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DD90BA-395C-43E4-B216-D7CEC5092150}">
  <ds:schemaRefs>
    <ds:schemaRef ds:uri="http://purl.org/dc/term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schemas.microsoft.com/office/infopath/2007/PartnerControls"/>
    <ds:schemaRef ds:uri="68d9c7e1-c81f-4021-8aac-e8cf84e151d6"/>
    <ds:schemaRef ds:uri="http://www.w3.org/XML/1998/namespace"/>
  </ds:schemaRefs>
</ds:datastoreItem>
</file>

<file path=customXml/itemProps3.xml><?xml version="1.0" encoding="utf-8"?>
<ds:datastoreItem xmlns:ds="http://schemas.openxmlformats.org/officeDocument/2006/customXml" ds:itemID="{4E491267-BE00-4DD8-8B4B-1FECB4718B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8999</TotalTime>
  <Words>2044</Words>
  <Application>Microsoft Macintosh PowerPoint</Application>
  <PresentationFormat>全屏显示(4:3)</PresentationFormat>
  <Paragraphs>268</Paragraphs>
  <Slides>12</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12</vt:i4>
      </vt:variant>
    </vt:vector>
  </HeadingPairs>
  <TitlesOfParts>
    <vt:vector size="25" baseType="lpstr">
      <vt:lpstr>等线</vt:lpstr>
      <vt:lpstr>黑体</vt:lpstr>
      <vt:lpstr>华文细黑</vt:lpstr>
      <vt:lpstr>Microsoft YaHei</vt:lpstr>
      <vt:lpstr>Microsoft YaHei</vt:lpstr>
      <vt:lpstr>Frutiger 55 Roman</vt:lpstr>
      <vt:lpstr>Arial</vt:lpstr>
      <vt:lpstr>Calibri</vt:lpstr>
      <vt:lpstr>Roboto</vt:lpstr>
      <vt:lpstr>Symbol</vt:lpstr>
      <vt:lpstr>Wingdings</vt:lpstr>
      <vt:lpstr>PresXpress_OnScreen_Theme</vt:lpstr>
      <vt:lpstr>think-cell Slide</vt:lpstr>
      <vt:lpstr>环球市场投资观点</vt:lpstr>
      <vt:lpstr>Global Market Investment Outlook</vt:lpstr>
      <vt:lpstr>中港股市：恒生指数突破26000点</vt:lpstr>
      <vt:lpstr>美股：关注科技板块</vt:lpstr>
      <vt:lpstr>美元债：估值昂贵</vt:lpstr>
      <vt:lpstr>黄金：中长期看好</vt:lpstr>
      <vt:lpstr>个股精选</vt:lpstr>
      <vt:lpstr>个股观点更新</vt:lpstr>
      <vt:lpstr>个债精选</vt:lpstr>
      <vt:lpstr>联系我们</vt:lpstr>
      <vt:lpstr>免责声明</vt:lpstr>
      <vt:lpstr>Disclaimer</vt:lpstr>
    </vt:vector>
  </TitlesOfParts>
  <Company>DoubleOX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snow7</dc:creator>
  <cp:lastModifiedBy>艳蓉</cp:lastModifiedBy>
  <cp:revision>361</cp:revision>
  <cp:lastPrinted>2025-08-29T08:29:01Z</cp:lastPrinted>
  <dcterms:created xsi:type="dcterms:W3CDTF">2018-11-09T15:55:20Z</dcterms:created>
  <dcterms:modified xsi:type="dcterms:W3CDTF">2026-01-19T14:20:00Z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0x01010092AE97613378C047B7482F4CCCC3287B</vt:lpwstr>
  </property>
</Properties>
</file>