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2" autoAdjust="0"/>
    <p:restoredTop sz="94660"/>
  </p:normalViewPr>
  <p:slideViewPr>
    <p:cSldViewPr snapToGrid="0">
      <p:cViewPr varScale="1">
        <p:scale>
          <a:sx n="111" d="100"/>
          <a:sy n="111" d="100"/>
        </p:scale>
        <p:origin x="1632"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23886" y="1715639"/>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16494" y="2752346"/>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47521" y="275376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94063"/>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6" y="376641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4952" y="4801287"/>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25246" y="171201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a:solidFill>
            <a:schemeClr val="bg1"/>
          </a:solidFill>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a:t>
            </a:r>
            <a:r>
              <a:rPr lang="zh-CN" altLang="en-US" sz="4400" b="1" dirty="0">
                <a:ln w="19050">
                  <a:noFill/>
                </a:ln>
                <a:solidFill>
                  <a:srgbClr val="002060"/>
                </a:solidFill>
                <a:latin typeface="微软雅黑" panose="020B0503020204020204" pitchFamily="34" charset="-122"/>
                <a:ea typeface="微软雅黑" panose="020B0503020204020204" pitchFamily="34" charset="-122"/>
                <a:cs typeface="+mn-cs"/>
              </a:rPr>
              <a:t>观点</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dirty="0">
                <a:solidFill>
                  <a:srgbClr val="002060"/>
                </a:solidFill>
              </a:rPr>
              <a:t>Global Market Investment 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1520130360"/>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3.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8999</TotalTime>
  <Words>2081</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Microsoft YaHei</vt:lpstr>
      <vt:lpstr>Microsoft YaHei</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Market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362</cp:revision>
  <cp:lastPrinted>2025-08-29T08:29:01Z</cp:lastPrinted>
  <dcterms:created xsi:type="dcterms:W3CDTF">2018-11-09T15:55:20Z</dcterms:created>
  <dcterms:modified xsi:type="dcterms:W3CDTF">2026-01-20T09:20:50Z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