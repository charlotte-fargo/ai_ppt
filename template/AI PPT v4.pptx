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92" autoAdjust="0"/>
    <p:restoredTop sz="94660"/>
  </p:normalViewPr>
  <p:slideViewPr>
    <p:cSldViewPr snapToGrid="0">
      <p:cViewPr varScale="1">
        <p:scale>
          <a:sx n="111" d="100"/>
          <a:sy n="111" d="100"/>
        </p:scale>
        <p:origin x="1632" y="108"/>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23886" y="1715639"/>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16494" y="2752346"/>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47521" y="275376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94063"/>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6" y="376641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4952" y="4801287"/>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25246" y="171201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363181"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a:solidFill>
            <a:schemeClr val="bg1"/>
          </a:solidFill>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a:t>
            </a:r>
            <a:r>
              <a:rPr lang="zh-CN" altLang="en-US" sz="4400" b="1" dirty="0">
                <a:ln w="19050">
                  <a:noFill/>
                </a:ln>
                <a:solidFill>
                  <a:srgbClr val="002060"/>
                </a:solidFill>
                <a:latin typeface="微软雅黑" panose="020B0503020204020204" pitchFamily="34" charset="-122"/>
                <a:ea typeface="微软雅黑" panose="020B0503020204020204" pitchFamily="34" charset="-122"/>
                <a:cs typeface="+mn-cs"/>
              </a:rPr>
              <a:t>观点</a:t>
            </a:r>
            <a:endParaRPr lang="zh-CN" altLang="en-US" sz="4400" b="1" dirty="0">
              <a:ln w="19050">
                <a:noFill/>
              </a:ln>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en-HK" altLang="zh-CN" b="1">
                <a:solidFill>
                  <a:srgbClr val="002060"/>
                </a:solidFill>
              </a:rPr>
              <a:t>Global Investment </a:t>
            </a:r>
            <a:r>
              <a:rPr lang="en-HK" altLang="zh-CN" b="1" dirty="0">
                <a:solidFill>
                  <a:srgbClr val="002060"/>
                </a:solidFill>
              </a:rPr>
              <a:t>Outlook</a:t>
            </a:r>
            <a:endParaRPr lang="zh-CN" altLang="en-US" b="1" dirty="0">
              <a:solidFill>
                <a:srgbClr val="002060"/>
              </a:solidFill>
            </a:endParaRP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1520130360"/>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Asset Class</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US"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Market</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Investment Rationale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Equity</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Fixed Income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Alternative Investmen</a:t>
                      </a:r>
                      <a:r>
                        <a:rPr kumimoji="0" lang="en-HK" altLang="zh-CN" sz="1200" b="1" i="0" u="none" strike="noStrike" kern="1200" cap="none" spc="0" normalizeH="0" baseline="0" noProof="0" dirty="0">
                          <a:ln>
                            <a:noFill/>
                          </a:ln>
                          <a:solidFill>
                            <a:srgbClr val="000000"/>
                          </a:solidFill>
                          <a:effectLst/>
                          <a:uLnTx/>
                          <a:uFillTx/>
                          <a:latin typeface="+mn-lt"/>
                          <a:ea typeface="+mn-ea"/>
                          <a:cs typeface="+mn-cs"/>
                        </a:rPr>
                        <a:t>t</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8999</TotalTime>
  <Words>2080</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5" baseType="lpstr">
      <vt:lpstr>等线</vt:lpstr>
      <vt:lpstr>Frutiger 55 Roman</vt:lpstr>
      <vt:lpstr>Microsoft YaHei</vt:lpstr>
      <vt:lpstr>Microsoft YaHei</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Global Investment Outlook</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363</cp:revision>
  <cp:lastPrinted>2025-08-29T08:29:01Z</cp:lastPrinted>
  <dcterms:created xsi:type="dcterms:W3CDTF">2018-11-09T15:55:20Z</dcterms:created>
  <dcterms:modified xsi:type="dcterms:W3CDTF">2026-01-20T09:50:44Z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