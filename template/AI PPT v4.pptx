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292" autoAdjust="0"/>
    <p:restoredTop sz="94660"/>
  </p:normalViewPr>
  <p:slideViewPr>
    <p:cSldViewPr snapToGrid="0">
      <p:cViewPr varScale="1">
        <p:scale>
          <a:sx n="111" d="100"/>
          <a:sy n="111" d="100"/>
        </p:scale>
        <p:origin x="1632" y="96"/>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2026/1/20</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2026/1/20</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3" Type="http://schemas.openxmlformats.org/officeDocument/2006/relationships/tags" Target="../tags/tag4.xml"/><Relationship Id="rId7" Type="http://schemas.openxmlformats.org/officeDocument/2006/relationships/image" Target="../media/image1.pn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slideMaster" Target="../slideMasters/slideMaster1.xml"/><Relationship Id="rId5" Type="http://schemas.openxmlformats.org/officeDocument/2006/relationships/tags" Target="../tags/tag6.xml"/><Relationship Id="rId4"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8.xml"/><Relationship Id="rId1" Type="http://schemas.openxmlformats.org/officeDocument/2006/relationships/tags" Target="../tags/tag7.xml"/><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2.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16.xml"/></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19.xml"/><Relationship Id="rId7" Type="http://schemas.openxmlformats.org/officeDocument/2006/relationships/slideMaster" Target="../slideMasters/slideMaster1.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tags" Target="../tags/tag20.xml"/></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0.xml"/><Relationship Id="rId3" Type="http://schemas.openxmlformats.org/officeDocument/2006/relationships/tags" Target="../tags/tag25.xml"/><Relationship Id="rId7" Type="http://schemas.openxmlformats.org/officeDocument/2006/relationships/tags" Target="../tags/tag29.xml"/><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png"/><Relationship Id="rId5" Type="http://schemas.openxmlformats.org/officeDocument/2006/relationships/tags" Target="../tags/tag27.xml"/><Relationship Id="rId10" Type="http://schemas.openxmlformats.org/officeDocument/2006/relationships/slideMaster" Target="../slideMasters/slideMaster1.xml"/><Relationship Id="rId4" Type="http://schemas.openxmlformats.org/officeDocument/2006/relationships/tags" Target="../tags/tag26.xml"/><Relationship Id="rId9" Type="http://schemas.openxmlformats.org/officeDocument/2006/relationships/tags" Target="../tags/tag31.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39.xml"/><Relationship Id="rId3" Type="http://schemas.openxmlformats.org/officeDocument/2006/relationships/tags" Target="../tags/tag34.xml"/><Relationship Id="rId7" Type="http://schemas.openxmlformats.org/officeDocument/2006/relationships/tags" Target="../tags/tag38.xml"/><Relationship Id="rId2" Type="http://schemas.openxmlformats.org/officeDocument/2006/relationships/tags" Target="../tags/tag33.xml"/><Relationship Id="rId1" Type="http://schemas.openxmlformats.org/officeDocument/2006/relationships/tags" Target="../tags/tag32.xml"/><Relationship Id="rId6" Type="http://schemas.openxmlformats.org/officeDocument/2006/relationships/tags" Target="../tags/tag37.xml"/><Relationship Id="rId11" Type="http://schemas.openxmlformats.org/officeDocument/2006/relationships/image" Target="../media/image1.png"/><Relationship Id="rId5" Type="http://schemas.openxmlformats.org/officeDocument/2006/relationships/tags" Target="../tags/tag36.xml"/><Relationship Id="rId10" Type="http://schemas.openxmlformats.org/officeDocument/2006/relationships/slideMaster" Target="../slideMasters/slideMaster1.xml"/><Relationship Id="rId4" Type="http://schemas.openxmlformats.org/officeDocument/2006/relationships/tags" Target="../tags/tag35.xml"/><Relationship Id="rId9" Type="http://schemas.openxmlformats.org/officeDocument/2006/relationships/tags" Target="../tags/tag40.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43.xml"/><Relationship Id="rId2" Type="http://schemas.openxmlformats.org/officeDocument/2006/relationships/tags" Target="../tags/tag42.xml"/><Relationship Id="rId1" Type="http://schemas.openxmlformats.org/officeDocument/2006/relationships/tags" Target="../tags/tag41.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4.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 Id="rId6" Type="http://schemas.openxmlformats.org/officeDocument/2006/relationships/image" Target="../media/image2.png"/><Relationship Id="rId5" Type="http://schemas.openxmlformats.org/officeDocument/2006/relationships/slideMaster" Target="../slideMasters/slideMaster1.xml"/><Relationship Id="rId4" Type="http://schemas.openxmlformats.org/officeDocument/2006/relationships/tags" Target="../tags/tag48.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pic>
        <p:nvPicPr>
          <p:cNvPr id="9" name="图片 8">
            <a:extLst>
              <a:ext uri="{FF2B5EF4-FFF2-40B4-BE49-F238E27FC236}">
                <a16:creationId xmlns:a16="http://schemas.microsoft.com/office/drawing/2014/main" id="{B5404DFB-FCFD-4B58-B132-CD0B4A79746C}"/>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8345978"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41B8459E-ACFB-4F5E-88E7-9106B5B87EF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82386" y="365592"/>
            <a:ext cx="1089026" cy="325652"/>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23886" y="1715639"/>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16494" y="2752346"/>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47521" y="275376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94063"/>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6" y="376641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4952" y="4801287"/>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25246" y="1712016"/>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9" name="图片 8">
            <a:extLst>
              <a:ext uri="{FF2B5EF4-FFF2-40B4-BE49-F238E27FC236}">
                <a16:creationId xmlns:a16="http://schemas.microsoft.com/office/drawing/2014/main" id="{BD0064B7-B0D8-4B3B-BDCF-66C67B4BB4A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2" name="图片 11">
            <a:extLst>
              <a:ext uri="{FF2B5EF4-FFF2-40B4-BE49-F238E27FC236}">
                <a16:creationId xmlns:a16="http://schemas.microsoft.com/office/drawing/2014/main" id="{2CE96D72-E00A-4958-9743-AB747035BC66}"/>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F115B0EE-7AD8-4436-8D83-79D95C7C40B0}"/>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16" name="图片 15">
            <a:extLst>
              <a:ext uri="{FF2B5EF4-FFF2-40B4-BE49-F238E27FC236}">
                <a16:creationId xmlns:a16="http://schemas.microsoft.com/office/drawing/2014/main" id="{C1F4BB96-DF46-470B-94FA-1BC2E69041BC}"/>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382386" y="6243896"/>
            <a:ext cx="1089026" cy="325652"/>
          </a:xfrm>
          <a:prstGeom prst="rect">
            <a:avLst/>
          </a:prstGeom>
        </p:spPr>
      </p:pic>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363181"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pic>
        <p:nvPicPr>
          <p:cNvPr id="5" name="Picture 9">
            <a:extLst>
              <a:ext uri="{FF2B5EF4-FFF2-40B4-BE49-F238E27FC236}">
                <a16:creationId xmlns:a16="http://schemas.microsoft.com/office/drawing/2014/main" id="{4EEBF0D8-0352-0152-A396-9F58023E2E18}"/>
              </a:ext>
            </a:extLst>
          </p:cNvPr>
          <p:cNvPicPr>
            <a:picLocks noChangeAspect="1"/>
          </p:cNvPicPr>
          <p:nvPr userDrawn="1">
            <p:custDataLst>
              <p:tags r:id="rId3"/>
            </p:custDataLst>
          </p:nvPr>
        </p:nvPicPr>
        <p:blipFill>
          <a:blip r:embed="rId6" cstate="print">
            <a:extLst>
              <a:ext uri="{28A0092B-C50C-407E-A947-70E740481C1C}">
                <a14:useLocalDpi xmlns:a14="http://schemas.microsoft.com/office/drawing/2010/main" val="0"/>
              </a:ext>
            </a:extLst>
          </a:blip>
          <a:srcRect/>
          <a:stretch/>
        </p:blipFill>
        <p:spPr>
          <a:xfrm>
            <a:off x="382386" y="6316373"/>
            <a:ext cx="1094450" cy="327274"/>
          </a:xfrm>
          <a:prstGeom prst="rect">
            <a:avLst/>
          </a:prstGeom>
        </p:spPr>
      </p:pic>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49.xml"/><Relationship Id="rId5" Type="http://schemas.openxmlformats.org/officeDocument/2006/relationships/image" Target="../media/image4.jpg"/><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0.xml"/><Relationship Id="rId5" Type="http://schemas.openxmlformats.org/officeDocument/2006/relationships/image" Target="../media/image5.png"/><Relationship Id="rId4" Type="http://schemas.openxmlformats.org/officeDocument/2006/relationships/image" Target="../media/image3.emf"/></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0.xml"/><Relationship Id="rId1" Type="http://schemas.openxmlformats.org/officeDocument/2006/relationships/tags" Target="../tags/tag51.x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0.xml"/><Relationship Id="rId1" Type="http://schemas.openxmlformats.org/officeDocument/2006/relationships/tags" Target="../tags/tag52.xml"/><Relationship Id="rId5" Type="http://schemas.openxmlformats.org/officeDocument/2006/relationships/image" Target="../media/image3.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864466" cy="856211"/>
          </a:xfrm>
          <a:solidFill>
            <a:schemeClr val="bg1"/>
          </a:solidFill>
        </p:spPr>
        <p:txBody>
          <a:bodyPr/>
          <a:lstStyle/>
          <a:p>
            <a:r>
              <a:rPr lang="en-US" altLang="zh-CN" sz="4400" b="1" dirty="0">
                <a:solidFill>
                  <a:srgbClr val="002060"/>
                </a:solidFill>
                <a:latin typeface="微软雅黑" panose="020B0503020204020204" pitchFamily="34" charset="-122"/>
                <a:ea typeface="微软雅黑" panose="020B0503020204020204" pitchFamily="34" charset="-122"/>
                <a:cs typeface="+mn-cs"/>
              </a:rPr>
              <a:t>Global Investment Outlook</a:t>
            </a:r>
            <a:endParaRPr lang="zh-CN" altLang="en-US" sz="4400" b="1" dirty="0">
              <a:ln w="19050">
                <a:noFill/>
              </a:ln>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en-HK" altLang="zh-CN" b="1">
                <a:solidFill>
                  <a:srgbClr val="002060"/>
                </a:solidFill>
              </a:rPr>
              <a:t>Global Investment </a:t>
            </a:r>
            <a:r>
              <a:rPr lang="en-HK" altLang="zh-CN" b="1" dirty="0">
                <a:solidFill>
                  <a:srgbClr val="002060"/>
                </a:solidFill>
              </a:rPr>
              <a:t>Outlook</a:t>
            </a:r>
            <a:endParaRPr lang="zh-CN" altLang="en-US" b="1" dirty="0">
              <a:solidFill>
                <a:srgbClr val="002060"/>
              </a:solidFill>
            </a:endParaRP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1520130360"/>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Asset Class</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US"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Market</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Investment Rationale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9D8D7"/>
                    </a:solid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Equity</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1"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Fixed Income</a:t>
                      </a:r>
                      <a:endParaRPr kumimoji="0" lang="en-US"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en-HK" altLang="zh-CN" sz="1200" b="1" i="0" u="none" strike="noStrike" kern="1200" cap="none" spc="0" normalizeH="0" baseline="0" noProof="0" dirty="0">
                          <a:ln>
                            <a:noFill/>
                          </a:ln>
                          <a:solidFill>
                            <a:srgbClr val="000000"/>
                          </a:solidFill>
                          <a:effectLst/>
                          <a:uLnTx/>
                          <a:uFillTx/>
                          <a:latin typeface="Microsoft YaHei" panose="020B0503020204020204" pitchFamily="34" charset="-122"/>
                          <a:ea typeface="Microsoft YaHei" panose="020B0503020204020204" pitchFamily="34" charset="-122"/>
                          <a:cs typeface="+mn-cs"/>
                        </a:rPr>
                        <a:t>Alternative Investmen</a:t>
                      </a:r>
                      <a:r>
                        <a:rPr kumimoji="0" lang="en-HK" altLang="zh-CN" sz="1200" b="1" i="0" u="none" strike="noStrike" kern="1200" cap="none" spc="0" normalizeH="0" baseline="0" noProof="0" dirty="0">
                          <a:ln>
                            <a:noFill/>
                          </a:ln>
                          <a:solidFill>
                            <a:srgbClr val="000000"/>
                          </a:solidFill>
                          <a:effectLst/>
                          <a:uLnTx/>
                          <a:uFillTx/>
                          <a:latin typeface="+mn-lt"/>
                          <a:ea typeface="+mn-ea"/>
                          <a:cs typeface="+mn-cs"/>
                        </a:rPr>
                        <a:t>t</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CREATE DATE"/>
</p:tagLst>
</file>

<file path=ppt/tags/tag3.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9.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0.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3.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7.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18.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1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0.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6.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8.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9.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0.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3.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6.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7.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8.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9.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1.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3.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4.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5.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6.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7.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8.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E491267-BE00-4DD8-8B4B-1FECB4718B74}">
  <ds:schemaRefs>
    <ds:schemaRef ds:uri="http://schemas.microsoft.com/sharepoint/v3/contenttype/forms"/>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8999</TotalTime>
  <Words>2079</Words>
  <Application>Microsoft Office PowerPoint</Application>
  <PresentationFormat>On-screen Show (4:3)</PresentationFormat>
  <Paragraphs>269</Paragraphs>
  <Slides>12</Slides>
  <Notes>0</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5" baseType="lpstr">
      <vt:lpstr>等线</vt:lpstr>
      <vt:lpstr>Frutiger 55 Roman</vt:lpstr>
      <vt:lpstr>微软雅黑</vt:lpstr>
      <vt:lpstr>微软雅黑</vt:lpstr>
      <vt:lpstr>黑体</vt:lpstr>
      <vt:lpstr>华文细黑</vt:lpstr>
      <vt:lpstr>Arial</vt:lpstr>
      <vt:lpstr>Calibri</vt:lpstr>
      <vt:lpstr>Roboto</vt:lpstr>
      <vt:lpstr>Symbol</vt:lpstr>
      <vt:lpstr>Wingdings</vt:lpstr>
      <vt:lpstr>PresXpress_OnScreen_Theme</vt:lpstr>
      <vt:lpstr>think-cell Slide</vt:lpstr>
      <vt:lpstr>Global Investment Outlook</vt:lpstr>
      <vt:lpstr>Global Investment Outlook</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365</cp:revision>
  <cp:lastPrinted>2025-08-29T08:29:01Z</cp:lastPrinted>
  <dcterms:created xsi:type="dcterms:W3CDTF">2018-11-09T15:55:20Z</dcterms:created>
  <dcterms:modified xsi:type="dcterms:W3CDTF">2026-01-20T10:10:17Z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