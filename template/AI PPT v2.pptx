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horzBarState="maximized">
    <p:restoredLeft sz="9454" autoAdjust="0"/>
    <p:restoredTop sz="94660"/>
  </p:normalViewPr>
  <p:slideViewPr>
    <p:cSldViewPr snapToGrid="0">
      <p:cViewPr varScale="1">
        <p:scale>
          <a:sx n="108" d="100"/>
          <a:sy n="108" d="100"/>
        </p:scale>
        <p:origin x="1980" y="96"/>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2026/1/16</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2026/1/16</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Master" Target="../slideMasters/slideMaster1.xml"/><Relationship Id="rId5" Type="http://schemas.openxmlformats.org/officeDocument/2006/relationships/tags" Target="../tags/tag6.xml"/><Relationship Id="rId4"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xml"/><Relationship Id="rId1" Type="http://schemas.openxmlformats.org/officeDocument/2006/relationships/tags" Target="../tags/tag7.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2.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6.xml"/></Relationships>
</file>

<file path=ppt/slideLayouts/_rels/slideLayout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9.xml"/><Relationship Id="rId7" Type="http://schemas.openxmlformats.org/officeDocument/2006/relationships/slideMaster" Target="../slideMasters/slideMaster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0.xml"/><Relationship Id="rId3" Type="http://schemas.openxmlformats.org/officeDocument/2006/relationships/tags" Target="../tags/tag25.xml"/><Relationship Id="rId7" Type="http://schemas.openxmlformats.org/officeDocument/2006/relationships/tags" Target="../tags/tag29.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image" Target="../media/image1.png"/><Relationship Id="rId5" Type="http://schemas.openxmlformats.org/officeDocument/2006/relationships/tags" Target="../tags/tag27.xml"/><Relationship Id="rId10" Type="http://schemas.openxmlformats.org/officeDocument/2006/relationships/slideMaster" Target="../slideMasters/slideMaster1.xml"/><Relationship Id="rId4" Type="http://schemas.openxmlformats.org/officeDocument/2006/relationships/tags" Target="../tags/tag26.xml"/><Relationship Id="rId9" Type="http://schemas.openxmlformats.org/officeDocument/2006/relationships/tags" Target="../tags/tag31.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39.xml"/><Relationship Id="rId3" Type="http://schemas.openxmlformats.org/officeDocument/2006/relationships/tags" Target="../tags/tag34.xml"/><Relationship Id="rId7" Type="http://schemas.openxmlformats.org/officeDocument/2006/relationships/tags" Target="../tags/tag38.xml"/><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tags" Target="../tags/tag37.xml"/><Relationship Id="rId11" Type="http://schemas.openxmlformats.org/officeDocument/2006/relationships/image" Target="../media/image1.png"/><Relationship Id="rId5" Type="http://schemas.openxmlformats.org/officeDocument/2006/relationships/tags" Target="../tags/tag36.xml"/><Relationship Id="rId10" Type="http://schemas.openxmlformats.org/officeDocument/2006/relationships/slideMaster" Target="../slideMasters/slideMaster1.xml"/><Relationship Id="rId4" Type="http://schemas.openxmlformats.org/officeDocument/2006/relationships/tags" Target="../tags/tag35.xml"/><Relationship Id="rId9" Type="http://schemas.openxmlformats.org/officeDocument/2006/relationships/tags" Target="../tags/tag40.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4.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pic>
        <p:nvPicPr>
          <p:cNvPr id="9" name="图片 8">
            <a:extLst>
              <a:ext uri="{FF2B5EF4-FFF2-40B4-BE49-F238E27FC236}">
                <a16:creationId xmlns:a16="http://schemas.microsoft.com/office/drawing/2014/main" id="{B5404DFB-FCFD-4B58-B132-CD0B4A79746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41B8459E-ACFB-4F5E-88E7-9106B5B87EF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82386" y="365592"/>
            <a:ext cx="1089026" cy="325652"/>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11" name="文本框 10">
            <a:extLst>
              <a:ext uri="{FF2B5EF4-FFF2-40B4-BE49-F238E27FC236}">
                <a16:creationId xmlns:a16="http://schemas.microsoft.com/office/drawing/2014/main" id="{D8409C48-E1B7-4BE4-BF4F-DA80D6B7C712}"/>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58257" y="2124122"/>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15" name="文本占位符 14">
            <a:extLst>
              <a:ext uri="{FF2B5EF4-FFF2-40B4-BE49-F238E27FC236}">
                <a16:creationId xmlns:a16="http://schemas.microsoft.com/office/drawing/2014/main" id="{A40C76A3-68DA-E989-39AD-AAC284C71E49}"/>
              </a:ext>
            </a:extLst>
          </p:cNvPr>
          <p:cNvSpPr>
            <a:spLocks noGrp="1"/>
          </p:cNvSpPr>
          <p:nvPr>
            <p:ph type="body" sz="quarter" idx="15"/>
          </p:nvPr>
        </p:nvSpPr>
        <p:spPr>
          <a:xfrm>
            <a:off x="381000" y="1066800"/>
            <a:ext cx="4057650" cy="881063"/>
          </a:xfrm>
        </p:spPr>
        <p:txBody>
          <a:bodyPr/>
          <a:lstStyle>
            <a:lvl1pPr marL="0" indent="0" algn="just">
              <a:lnSpc>
                <a:spcPct val="150000"/>
              </a:lnSpc>
              <a:spcBef>
                <a:spcPts val="0"/>
              </a:spcBef>
              <a:buNone/>
              <a:defRPr sz="1400" u="none"/>
            </a:lvl1pPr>
          </a:lstStyle>
          <a:p>
            <a:pPr lvl="0"/>
            <a:endParaRPr kumimoji="1" lang="en-US" altLang="zh-CN" u="sng"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46641" y="2867947"/>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36382" y="2879421"/>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2016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5" y="370432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6380" y="4591428"/>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48433" y="2119138"/>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11" name="文本框 10">
            <a:extLst>
              <a:ext uri="{FF2B5EF4-FFF2-40B4-BE49-F238E27FC236}">
                <a16:creationId xmlns:a16="http://schemas.microsoft.com/office/drawing/2014/main" id="{D8409C48-E1B7-4BE4-BF4F-DA80D6B7C712}"/>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11" name="文本框 10">
            <a:extLst>
              <a:ext uri="{FF2B5EF4-FFF2-40B4-BE49-F238E27FC236}">
                <a16:creationId xmlns:a16="http://schemas.microsoft.com/office/drawing/2014/main" id="{D8409C48-E1B7-4BE4-BF4F-DA80D6B7C712}"/>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2" name="图片 11">
            <a:extLst>
              <a:ext uri="{FF2B5EF4-FFF2-40B4-BE49-F238E27FC236}">
                <a16:creationId xmlns:a16="http://schemas.microsoft.com/office/drawing/2014/main" id="{2CE96D72-E00A-4958-9743-AB747035BC66}"/>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文本框 4">
            <a:extLst>
              <a:ext uri="{FF2B5EF4-FFF2-40B4-BE49-F238E27FC236}">
                <a16:creationId xmlns:a16="http://schemas.microsoft.com/office/drawing/2014/main" id="{584333E1-0FD1-B728-9807-66C73260FC6C}"/>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F115B0EE-7AD8-4436-8D83-79D95C7C40B0}"/>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文本框 4">
            <a:extLst>
              <a:ext uri="{FF2B5EF4-FFF2-40B4-BE49-F238E27FC236}">
                <a16:creationId xmlns:a16="http://schemas.microsoft.com/office/drawing/2014/main" id="{67D795A6-94EF-E1C2-C14A-7C1FFC0BB025}"/>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C1F4BB96-DF46-470B-94FA-1BC2E69041BC}"/>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3" name="文本框 2">
            <a:extLst>
              <a:ext uri="{FF2B5EF4-FFF2-40B4-BE49-F238E27FC236}">
                <a16:creationId xmlns:a16="http://schemas.microsoft.com/office/drawing/2014/main" id="{3E6404D6-BD77-3F33-ED63-90CDFCA42D7A}"/>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495002"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49.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0.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1.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52.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环球市场投资观点</a:t>
            </a:r>
            <a:endParaRPr lang="zh-CN" altLang="en-US" sz="4400" b="1" dirty="0">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zh-CN" altLang="en-US" b="1" dirty="0">
                <a:solidFill>
                  <a:srgbClr val="002060"/>
                </a:solidFill>
              </a:rPr>
              <a:t>环球市场投资观点</a:t>
            </a:r>
          </a:p>
        </p:txBody>
      </p:sp>
      <p:graphicFrame>
        <p:nvGraphicFramePr>
          <p:cNvPr id="3" name="Table 2">
            <a:extLst>
              <a:ext uri="{FF2B5EF4-FFF2-40B4-BE49-F238E27FC236}">
                <a16:creationId xmlns:a16="http://schemas.microsoft.com/office/drawing/2014/main" id="{14835422-C493-5DEE-A55E-522738E9278F}"/>
              </a:ext>
            </a:extLst>
          </p:cNvPr>
          <p:cNvGraphicFramePr>
            <a:graphicFrameLocks noGrp="1"/>
          </p:cNvGraphicFramePr>
          <p:nvPr>
            <p:extLst>
              <p:ext uri="{D42A27DB-BD31-4B8C-83A1-F6EECF244321}">
                <p14:modId xmlns:p14="http://schemas.microsoft.com/office/powerpoint/2010/main" val="4252842777"/>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资产类别</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投资逻辑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权益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0"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固定收益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另类投资</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CREATE DATE"/>
</p:tagLst>
</file>

<file path=ppt/tags/tag3.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9.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0.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3.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7.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18.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1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0.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6.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8.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9.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0.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6.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9.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3.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4.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7.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8.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3.xml><?xml version="1.0" encoding="utf-8"?>
<ds:datastoreItem xmlns:ds="http://schemas.openxmlformats.org/officeDocument/2006/customXml" ds:itemID="{4E491267-BE00-4DD8-8B4B-1FECB4718B7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8972</TotalTime>
  <Words>2080</Words>
  <Application>Microsoft Office PowerPoint</Application>
  <PresentationFormat>On-screen Show (4:3)</PresentationFormat>
  <Paragraphs>268</Paragraphs>
  <Slides>12</Slides>
  <Notes>0</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4" baseType="lpstr">
      <vt:lpstr>等线</vt:lpstr>
      <vt:lpstr>Frutiger 55 Roman</vt:lpstr>
      <vt:lpstr>微软雅黑</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环球市场投资观点</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351</cp:revision>
  <cp:lastPrinted>2025-08-29T08:29:01Z</cp:lastPrinted>
  <dcterms:created xsi:type="dcterms:W3CDTF">2018-11-09T15:55:20Z</dcterms:created>
  <dcterms:modified xsi:type="dcterms:W3CDTF">2026-01-16T03:22:13Z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