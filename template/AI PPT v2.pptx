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8" r:id="rId4"/>
  </p:sldMasterIdLst>
  <p:notesMasterIdLst>
    <p:notesMasterId r:id="rId17"/>
  </p:notesMasterIdLst>
  <p:handoutMasterIdLst>
    <p:handoutMasterId r:id="rId18"/>
  </p:handoutMasterIdLst>
  <p:sldIdLst>
    <p:sldId id="276" r:id="rId5"/>
    <p:sldId id="466" r:id="rId6"/>
    <p:sldId id="408" r:id="rId7"/>
    <p:sldId id="409" r:id="rId8"/>
    <p:sldId id="410" r:id="rId9"/>
    <p:sldId id="411" r:id="rId10"/>
    <p:sldId id="468" r:id="rId11"/>
    <p:sldId id="469" r:id="rId12"/>
    <p:sldId id="467" r:id="rId13"/>
    <p:sldId id="459" r:id="rId14"/>
    <p:sldId id="460" r:id="rId15"/>
    <p:sldId id="461" r:id="rId16"/>
  </p:sldIdLst>
  <p:sldSz cx="9144000" cy="6858000" type="screen4x3"/>
  <p:notesSz cx="6807200" cy="9939338"/>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00" userDrawn="1">
          <p15:clr>
            <a:srgbClr val="A4A3A4"/>
          </p15:clr>
        </p15:guide>
        <p15:guide id="2" pos="4241"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D7371"/>
    <a:srgbClr val="000000"/>
    <a:srgbClr val="C09979"/>
    <a:srgbClr val="D9D8D7"/>
    <a:srgbClr val="F2F2F2"/>
    <a:srgbClr val="C0C0C0"/>
    <a:srgbClr val="D9D9D9"/>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290" autoAdjust="0"/>
    <p:restoredTop sz="94660"/>
  </p:normalViewPr>
  <p:slideViewPr>
    <p:cSldViewPr snapToGrid="0">
      <p:cViewPr varScale="1">
        <p:scale>
          <a:sx n="111" d="100"/>
          <a:sy n="111" d="100"/>
        </p:scale>
        <p:origin x="1632" y="96"/>
      </p:cViewPr>
      <p:guideLst>
        <p:guide orient="horz" pos="2500"/>
        <p:guide pos="4241"/>
      </p:guideLst>
    </p:cSldViewPr>
  </p:slideViewPr>
  <p:notesTextViewPr>
    <p:cViewPr>
      <p:scale>
        <a:sx n="1" d="1"/>
        <a:sy n="1" d="1"/>
      </p:scale>
      <p:origin x="0" y="0"/>
    </p:cViewPr>
  </p:notesTextViewPr>
  <p:notesViewPr>
    <p:cSldViewPr snapToGrid="0">
      <p:cViewPr varScale="1">
        <p:scale>
          <a:sx n="75" d="100"/>
          <a:sy n="75" d="100"/>
        </p:scale>
        <p:origin x="4020" y="6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a:extLst>
              <a:ext uri="{FF2B5EF4-FFF2-40B4-BE49-F238E27FC236}">
                <a16:creationId xmlns:a16="http://schemas.microsoft.com/office/drawing/2014/main" id="{5419B661-D98E-7997-702B-7E2A4DF65D60}"/>
              </a:ext>
            </a:extLst>
          </p:cNvPr>
          <p:cNvSpPr>
            <a:spLocks noGrp="1"/>
          </p:cNvSpPr>
          <p:nvPr>
            <p:ph type="hdr" sz="quarter"/>
          </p:nvPr>
        </p:nvSpPr>
        <p:spPr>
          <a:xfrm>
            <a:off x="0" y="0"/>
            <a:ext cx="2949575" cy="498475"/>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a:extLst>
              <a:ext uri="{FF2B5EF4-FFF2-40B4-BE49-F238E27FC236}">
                <a16:creationId xmlns:a16="http://schemas.microsoft.com/office/drawing/2014/main" id="{A201981F-162F-C89F-9BDB-F0484C6B612E}"/>
              </a:ext>
            </a:extLst>
          </p:cNvPr>
          <p:cNvSpPr>
            <a:spLocks noGrp="1"/>
          </p:cNvSpPr>
          <p:nvPr>
            <p:ph type="dt" sz="quarter" idx="1"/>
          </p:nvPr>
        </p:nvSpPr>
        <p:spPr>
          <a:xfrm>
            <a:off x="3856038" y="0"/>
            <a:ext cx="2949575" cy="498475"/>
          </a:xfrm>
          <a:prstGeom prst="rect">
            <a:avLst/>
          </a:prstGeom>
        </p:spPr>
        <p:txBody>
          <a:bodyPr vert="horz" lIns="91440" tIns="45720" rIns="91440" bIns="45720" rtlCol="0"/>
          <a:lstStyle>
            <a:lvl1pPr algn="r">
              <a:defRPr sz="1200"/>
            </a:lvl1pPr>
          </a:lstStyle>
          <a:p>
            <a:fld id="{68C593B7-A1D3-B743-870B-1D7B272AED0E}" type="datetimeFigureOut">
              <a:rPr kumimoji="1" lang="zh-CN" altLang="en-US" smtClean="0"/>
              <a:t>2026/1/20</a:t>
            </a:fld>
            <a:endParaRPr kumimoji="1" lang="zh-CN" altLang="en-US"/>
          </a:p>
        </p:txBody>
      </p:sp>
      <p:sp>
        <p:nvSpPr>
          <p:cNvPr id="4" name="页脚占位符 3">
            <a:extLst>
              <a:ext uri="{FF2B5EF4-FFF2-40B4-BE49-F238E27FC236}">
                <a16:creationId xmlns:a16="http://schemas.microsoft.com/office/drawing/2014/main" id="{CDC7BC53-FC26-04EE-6DE1-B7D0F8FFFE5E}"/>
              </a:ext>
            </a:extLst>
          </p:cNvPr>
          <p:cNvSpPr>
            <a:spLocks noGrp="1"/>
          </p:cNvSpPr>
          <p:nvPr>
            <p:ph type="ftr" sz="quarter" idx="2"/>
          </p:nvPr>
        </p:nvSpPr>
        <p:spPr>
          <a:xfrm>
            <a:off x="0" y="9440863"/>
            <a:ext cx="2949575" cy="498475"/>
          </a:xfrm>
          <a:prstGeom prst="rect">
            <a:avLst/>
          </a:prstGeom>
        </p:spPr>
        <p:txBody>
          <a:bodyPr vert="horz" lIns="91440" tIns="45720" rIns="91440" bIns="45720" rtlCol="0" anchor="b"/>
          <a:lstStyle>
            <a:lvl1pPr algn="l">
              <a:defRPr sz="1200"/>
            </a:lvl1pPr>
          </a:lstStyle>
          <a:p>
            <a:endParaRPr kumimoji="1" lang="zh-CN" altLang="en-US"/>
          </a:p>
        </p:txBody>
      </p:sp>
      <p:sp>
        <p:nvSpPr>
          <p:cNvPr id="5" name="灯片编号占位符 4">
            <a:extLst>
              <a:ext uri="{FF2B5EF4-FFF2-40B4-BE49-F238E27FC236}">
                <a16:creationId xmlns:a16="http://schemas.microsoft.com/office/drawing/2014/main" id="{67635C0E-AFA1-47E5-8D86-BDE5AFC79D51}"/>
              </a:ext>
            </a:extLst>
          </p:cNvPr>
          <p:cNvSpPr>
            <a:spLocks noGrp="1"/>
          </p:cNvSpPr>
          <p:nvPr>
            <p:ph type="sldNum" sz="quarter" idx="3"/>
          </p:nvPr>
        </p:nvSpPr>
        <p:spPr>
          <a:xfrm>
            <a:off x="3856038" y="9440863"/>
            <a:ext cx="2949575" cy="498475"/>
          </a:xfrm>
          <a:prstGeom prst="rect">
            <a:avLst/>
          </a:prstGeom>
        </p:spPr>
        <p:txBody>
          <a:bodyPr vert="horz" lIns="91440" tIns="45720" rIns="91440" bIns="45720" rtlCol="0" anchor="b"/>
          <a:lstStyle>
            <a:lvl1pPr algn="r">
              <a:defRPr sz="1200"/>
            </a:lvl1pPr>
          </a:lstStyle>
          <a:p>
            <a:fld id="{510F744D-6E59-0F41-B8DE-29BB009FB6C8}" type="slidenum">
              <a:rPr kumimoji="1" lang="zh-CN" altLang="en-US" smtClean="0"/>
              <a:t>‹#›</a:t>
            </a:fld>
            <a:endParaRPr kumimoji="1" lang="zh-CN" altLang="en-US"/>
          </a:p>
        </p:txBody>
      </p:sp>
    </p:spTree>
    <p:extLst>
      <p:ext uri="{BB962C8B-B14F-4D97-AF65-F5344CB8AC3E}">
        <p14:creationId xmlns:p14="http://schemas.microsoft.com/office/powerpoint/2010/main" val="388612335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3130" userDrawn="1">
          <p15:clr>
            <a:srgbClr val="F26B43"/>
          </p15:clr>
        </p15:guide>
        <p15:guide id="2" pos="2144"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1"/>
            <a:ext cx="2949787" cy="496967"/>
          </a:xfrm>
          <a:prstGeom prst="rect">
            <a:avLst/>
          </a:prstGeom>
        </p:spPr>
        <p:txBody>
          <a:bodyPr vert="horz" lIns="95673" tIns="47836" rIns="95673" bIns="47836" rtlCol="0"/>
          <a:lstStyle>
            <a:lvl1pPr algn="l">
              <a:defRPr sz="1200"/>
            </a:lvl1pPr>
          </a:lstStyle>
          <a:p>
            <a:endParaRPr lang="zh-CN" altLang="en-US"/>
          </a:p>
        </p:txBody>
      </p:sp>
      <p:sp>
        <p:nvSpPr>
          <p:cNvPr id="3" name="日期占位符 2"/>
          <p:cNvSpPr>
            <a:spLocks noGrp="1"/>
          </p:cNvSpPr>
          <p:nvPr>
            <p:ph type="dt" idx="1"/>
          </p:nvPr>
        </p:nvSpPr>
        <p:spPr>
          <a:xfrm>
            <a:off x="3855838" y="1"/>
            <a:ext cx="2949787" cy="496967"/>
          </a:xfrm>
          <a:prstGeom prst="rect">
            <a:avLst/>
          </a:prstGeom>
        </p:spPr>
        <p:txBody>
          <a:bodyPr vert="horz" lIns="95673" tIns="47836" rIns="95673" bIns="47836" rtlCol="0"/>
          <a:lstStyle>
            <a:lvl1pPr algn="r">
              <a:defRPr sz="1200"/>
            </a:lvl1pPr>
          </a:lstStyle>
          <a:p>
            <a:fld id="{A955E972-1326-41F3-8909-C2C8DD3BBA1A}" type="datetimeFigureOut">
              <a:rPr lang="zh-CN" altLang="en-US" smtClean="0"/>
              <a:t>2026/1/20</a:t>
            </a:fld>
            <a:endParaRPr lang="zh-CN" altLang="en-US"/>
          </a:p>
        </p:txBody>
      </p:sp>
      <p:sp>
        <p:nvSpPr>
          <p:cNvPr id="4" name="幻灯片图像占位符 3"/>
          <p:cNvSpPr>
            <a:spLocks noGrp="1" noRot="1" noChangeAspect="1"/>
          </p:cNvSpPr>
          <p:nvPr>
            <p:ph type="sldImg" idx="2"/>
          </p:nvPr>
        </p:nvSpPr>
        <p:spPr>
          <a:xfrm>
            <a:off x="919163" y="744538"/>
            <a:ext cx="4968875" cy="3727450"/>
          </a:xfrm>
          <a:prstGeom prst="rect">
            <a:avLst/>
          </a:prstGeom>
          <a:noFill/>
          <a:ln w="12700">
            <a:solidFill>
              <a:prstClr val="black"/>
            </a:solidFill>
          </a:ln>
        </p:spPr>
        <p:txBody>
          <a:bodyPr vert="horz" lIns="95673" tIns="47836" rIns="95673" bIns="47836" rtlCol="0" anchor="ctr"/>
          <a:lstStyle/>
          <a:p>
            <a:endParaRPr lang="zh-CN" altLang="en-US"/>
          </a:p>
        </p:txBody>
      </p:sp>
      <p:sp>
        <p:nvSpPr>
          <p:cNvPr id="5" name="备注占位符 4"/>
          <p:cNvSpPr>
            <a:spLocks noGrp="1"/>
          </p:cNvSpPr>
          <p:nvPr>
            <p:ph type="body" sz="quarter" idx="3"/>
          </p:nvPr>
        </p:nvSpPr>
        <p:spPr>
          <a:xfrm>
            <a:off x="680720" y="4721186"/>
            <a:ext cx="5445760" cy="4472702"/>
          </a:xfrm>
          <a:prstGeom prst="rect">
            <a:avLst/>
          </a:prstGeom>
        </p:spPr>
        <p:txBody>
          <a:bodyPr vert="horz" lIns="95673" tIns="47836" rIns="95673" bIns="47836"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440646"/>
            <a:ext cx="2949787" cy="496967"/>
          </a:xfrm>
          <a:prstGeom prst="rect">
            <a:avLst/>
          </a:prstGeom>
        </p:spPr>
        <p:txBody>
          <a:bodyPr vert="horz" lIns="95673" tIns="47836" rIns="95673" bIns="47836"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55838" y="9440646"/>
            <a:ext cx="2949787" cy="496967"/>
          </a:xfrm>
          <a:prstGeom prst="rect">
            <a:avLst/>
          </a:prstGeom>
        </p:spPr>
        <p:txBody>
          <a:bodyPr vert="horz" lIns="95673" tIns="47836" rIns="95673" bIns="47836" rtlCol="0" anchor="b"/>
          <a:lstStyle>
            <a:lvl1pPr algn="r">
              <a:defRPr sz="1200"/>
            </a:lvl1pPr>
          </a:lstStyle>
          <a:p>
            <a:fld id="{D053BA30-78CD-4BB4-8577-F4D31602C8CE}" type="slidenum">
              <a:rPr lang="zh-CN" altLang="en-US" smtClean="0"/>
              <a:t>‹#›</a:t>
            </a:fld>
            <a:endParaRPr lang="zh-CN" altLang="en-US"/>
          </a:p>
        </p:txBody>
      </p:sp>
    </p:spTree>
    <p:extLst>
      <p:ext uri="{BB962C8B-B14F-4D97-AF65-F5344CB8AC3E}">
        <p14:creationId xmlns:p14="http://schemas.microsoft.com/office/powerpoint/2010/main" val="1999603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Master" Target="../slideMasters/slideMaster1.xml"/><Relationship Id="rId1" Type="http://schemas.openxmlformats.org/officeDocument/2006/relationships/tags" Target="../tags/tag1.xml"/></Relationships>
</file>

<file path=ppt/slideLayouts/_rels/slideLayout2.xml.rels><?xml version="1.0" encoding="UTF-8" standalone="yes"?>
<Relationships xmlns="http://schemas.openxmlformats.org/package/2006/relationships"><Relationship Id="rId3" Type="http://schemas.openxmlformats.org/officeDocument/2006/relationships/tags" Target="../tags/tag4.xml"/><Relationship Id="rId7" Type="http://schemas.openxmlformats.org/officeDocument/2006/relationships/image" Target="../media/image1.png"/><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slideMaster" Target="../slideMasters/slideMaster1.xml"/><Relationship Id="rId5" Type="http://schemas.openxmlformats.org/officeDocument/2006/relationships/tags" Target="../tags/tag6.xml"/><Relationship Id="rId4" Type="http://schemas.openxmlformats.org/officeDocument/2006/relationships/tags" Target="../tags/tag5.xml"/></Relationships>
</file>

<file path=ppt/slideLayouts/_rels/slideLayout3.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8.xml"/><Relationship Id="rId1" Type="http://schemas.openxmlformats.org/officeDocument/2006/relationships/tags" Target="../tags/tag7.xml"/><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3" Type="http://schemas.openxmlformats.org/officeDocument/2006/relationships/tags" Target="../tags/tag11.xml"/><Relationship Id="rId2" Type="http://schemas.openxmlformats.org/officeDocument/2006/relationships/tags" Target="../tags/tag10.xml"/><Relationship Id="rId1" Type="http://schemas.openxmlformats.org/officeDocument/2006/relationships/tags" Target="../tags/tag9.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12.xml"/></Relationships>
</file>

<file path=ppt/slideLayouts/_rels/slideLayout5.xml.rels><?xml version="1.0" encoding="UTF-8" standalone="yes"?>
<Relationships xmlns="http://schemas.openxmlformats.org/package/2006/relationships"><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tags" Target="../tags/tag13.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16.xml"/></Relationships>
</file>

<file path=ppt/slideLayouts/_rels/slideLayout6.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tags" Target="../tags/tag19.xml"/><Relationship Id="rId7" Type="http://schemas.openxmlformats.org/officeDocument/2006/relationships/slideMaster" Target="../slideMasters/slideMaster1.xml"/><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tags" Target="../tags/tag22.xml"/><Relationship Id="rId5" Type="http://schemas.openxmlformats.org/officeDocument/2006/relationships/tags" Target="../tags/tag21.xml"/><Relationship Id="rId4" Type="http://schemas.openxmlformats.org/officeDocument/2006/relationships/tags" Target="../tags/tag20.xml"/></Relationships>
</file>

<file path=ppt/slideLayouts/_rels/slideLayout7.xml.rels><?xml version="1.0" encoding="UTF-8" standalone="yes"?>
<Relationships xmlns="http://schemas.openxmlformats.org/package/2006/relationships"><Relationship Id="rId8" Type="http://schemas.openxmlformats.org/officeDocument/2006/relationships/tags" Target="../tags/tag30.xml"/><Relationship Id="rId3" Type="http://schemas.openxmlformats.org/officeDocument/2006/relationships/tags" Target="../tags/tag25.xml"/><Relationship Id="rId7" Type="http://schemas.openxmlformats.org/officeDocument/2006/relationships/tags" Target="../tags/tag29.xml"/><Relationship Id="rId2" Type="http://schemas.openxmlformats.org/officeDocument/2006/relationships/tags" Target="../tags/tag24.xml"/><Relationship Id="rId1" Type="http://schemas.openxmlformats.org/officeDocument/2006/relationships/tags" Target="../tags/tag23.xml"/><Relationship Id="rId6" Type="http://schemas.openxmlformats.org/officeDocument/2006/relationships/tags" Target="../tags/tag28.xml"/><Relationship Id="rId11" Type="http://schemas.openxmlformats.org/officeDocument/2006/relationships/image" Target="../media/image1.png"/><Relationship Id="rId5" Type="http://schemas.openxmlformats.org/officeDocument/2006/relationships/tags" Target="../tags/tag27.xml"/><Relationship Id="rId10" Type="http://schemas.openxmlformats.org/officeDocument/2006/relationships/slideMaster" Target="../slideMasters/slideMaster1.xml"/><Relationship Id="rId4" Type="http://schemas.openxmlformats.org/officeDocument/2006/relationships/tags" Target="../tags/tag26.xml"/><Relationship Id="rId9" Type="http://schemas.openxmlformats.org/officeDocument/2006/relationships/tags" Target="../tags/tag31.xml"/></Relationships>
</file>

<file path=ppt/slideLayouts/_rels/slideLayout8.xml.rels><?xml version="1.0" encoding="UTF-8" standalone="yes"?>
<Relationships xmlns="http://schemas.openxmlformats.org/package/2006/relationships"><Relationship Id="rId8" Type="http://schemas.openxmlformats.org/officeDocument/2006/relationships/tags" Target="../tags/tag39.xml"/><Relationship Id="rId3" Type="http://schemas.openxmlformats.org/officeDocument/2006/relationships/tags" Target="../tags/tag34.xml"/><Relationship Id="rId7" Type="http://schemas.openxmlformats.org/officeDocument/2006/relationships/tags" Target="../tags/tag38.xml"/><Relationship Id="rId2" Type="http://schemas.openxmlformats.org/officeDocument/2006/relationships/tags" Target="../tags/tag33.xml"/><Relationship Id="rId1" Type="http://schemas.openxmlformats.org/officeDocument/2006/relationships/tags" Target="../tags/tag32.xml"/><Relationship Id="rId6" Type="http://schemas.openxmlformats.org/officeDocument/2006/relationships/tags" Target="../tags/tag37.xml"/><Relationship Id="rId11" Type="http://schemas.openxmlformats.org/officeDocument/2006/relationships/image" Target="../media/image1.png"/><Relationship Id="rId5" Type="http://schemas.openxmlformats.org/officeDocument/2006/relationships/tags" Target="../tags/tag36.xml"/><Relationship Id="rId10" Type="http://schemas.openxmlformats.org/officeDocument/2006/relationships/slideMaster" Target="../slideMasters/slideMaster1.xml"/><Relationship Id="rId4" Type="http://schemas.openxmlformats.org/officeDocument/2006/relationships/tags" Target="../tags/tag35.xml"/><Relationship Id="rId9" Type="http://schemas.openxmlformats.org/officeDocument/2006/relationships/tags" Target="../tags/tag40.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tags" Target="../tags/tag43.xml"/><Relationship Id="rId2" Type="http://schemas.openxmlformats.org/officeDocument/2006/relationships/tags" Target="../tags/tag42.xml"/><Relationship Id="rId1" Type="http://schemas.openxmlformats.org/officeDocument/2006/relationships/tags" Target="../tags/tag41.xml"/><Relationship Id="rId6" Type="http://schemas.openxmlformats.org/officeDocument/2006/relationships/image" Target="../media/image2.png"/><Relationship Id="rId5" Type="http://schemas.openxmlformats.org/officeDocument/2006/relationships/slideMaster" Target="../slideMasters/slideMaster1.xml"/><Relationship Id="rId4" Type="http://schemas.openxmlformats.org/officeDocument/2006/relationships/tags" Target="../tags/tag44.xml"/></Relationships>
</file>

<file path=ppt/slideLayouts/_rels/slideLayout11.xml.rels><?xml version="1.0" encoding="UTF-8" standalone="yes"?>
<Relationships xmlns="http://schemas.openxmlformats.org/package/2006/relationships"><Relationship Id="rId3" Type="http://schemas.openxmlformats.org/officeDocument/2006/relationships/tags" Target="../tags/tag47.xml"/><Relationship Id="rId2" Type="http://schemas.openxmlformats.org/officeDocument/2006/relationships/tags" Target="../tags/tag46.xml"/><Relationship Id="rId1" Type="http://schemas.openxmlformats.org/officeDocument/2006/relationships/tags" Target="../tags/tag45.xml"/><Relationship Id="rId6" Type="http://schemas.openxmlformats.org/officeDocument/2006/relationships/image" Target="../media/image2.png"/><Relationship Id="rId5" Type="http://schemas.openxmlformats.org/officeDocument/2006/relationships/slideMaster" Target="../slideMasters/slideMaster1.xml"/><Relationship Id="rId4" Type="http://schemas.openxmlformats.org/officeDocument/2006/relationships/tags" Target="../tags/tag48.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Page" preserve="1" userDrawn="1">
  <p:cSld name="Section Page">
    <p:spTree>
      <p:nvGrpSpPr>
        <p:cNvPr id="1" name=""/>
        <p:cNvGrpSpPr/>
        <p:nvPr/>
      </p:nvGrpSpPr>
      <p:grpSpPr>
        <a:xfrm>
          <a:off x="0" y="0"/>
          <a:ext cx="0" cy="0"/>
          <a:chOff x="0" y="0"/>
          <a:chExt cx="0" cy="0"/>
        </a:xfrm>
      </p:grpSpPr>
      <p:sp>
        <p:nvSpPr>
          <p:cNvPr id="4" name="DIVIDER TITLE"/>
          <p:cNvSpPr>
            <a:spLocks noGrp="1"/>
          </p:cNvSpPr>
          <p:nvPr>
            <p:ph type="subTitle" idx="1" hasCustomPrompt="1"/>
            <p:custDataLst>
              <p:tags r:id="rId1"/>
            </p:custDataLst>
          </p:nvPr>
        </p:nvSpPr>
        <p:spPr>
          <a:xfrm>
            <a:off x="381576" y="2654590"/>
            <a:ext cx="8354291" cy="939338"/>
          </a:xfrm>
        </p:spPr>
        <p:txBody>
          <a:bodyPr lIns="0" tIns="0" rIns="0" bIns="0">
            <a:noAutofit/>
          </a:bodyPr>
          <a:lstStyle>
            <a:lvl1pPr marL="0" indent="0" algn="l" defTabSz="913832" rtl="0" eaLnBrk="1" fontAlgn="auto" latinLnBrk="0" hangingPunct="1">
              <a:lnSpc>
                <a:spcPct val="150000"/>
              </a:lnSpc>
              <a:spcBef>
                <a:spcPts val="0"/>
              </a:spcBef>
              <a:spcAft>
                <a:spcPts val="0"/>
              </a:spcAft>
              <a:buClr>
                <a:schemeClr val="tx2"/>
              </a:buClr>
              <a:buSzPct val="100000"/>
              <a:buFont typeface="Symbol" panose="05050102010706020507" pitchFamily="18" charset="2"/>
              <a:buNone/>
              <a:defRPr lang="zh-CN" altLang="en-US" sz="3600" b="0" kern="1200" dirty="0">
                <a:solidFill>
                  <a:schemeClr val="tx1"/>
                </a:solidFill>
                <a:latin typeface="华文细黑" panose="02010600040101010101" pitchFamily="2" charset="-122"/>
                <a:ea typeface="华文细黑" panose="02010600040101010101" pitchFamily="2" charset="-122"/>
                <a:cs typeface="+mn-cs"/>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分页标题</a:t>
            </a:r>
            <a:r>
              <a:rPr lang="en-US" altLang="zh-CN" dirty="0"/>
              <a:t>&gt;&gt;</a:t>
            </a:r>
            <a:endParaRPr lang="zh-CN" altLang="en-US" dirty="0"/>
          </a:p>
        </p:txBody>
      </p:sp>
      <p:sp>
        <p:nvSpPr>
          <p:cNvPr id="6" name="DIVIDER NUMBER"/>
          <p:cNvSpPr>
            <a:spLocks noGrp="1"/>
          </p:cNvSpPr>
          <p:nvPr>
            <p:ph type="ctrTitle" hasCustomPrompt="1"/>
          </p:nvPr>
        </p:nvSpPr>
        <p:spPr>
          <a:xfrm>
            <a:off x="381577" y="2305455"/>
            <a:ext cx="8354291" cy="349135"/>
          </a:xfrm>
        </p:spPr>
        <p:txBody>
          <a:bodyPr lIns="0" tIns="0" rIns="0" bIns="0" anchor="b" anchorCtr="0">
            <a:noAutofit/>
          </a:bodyPr>
          <a:lstStyle>
            <a:lvl1pPr>
              <a:defRPr sz="18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&lt;&lt;Part number &gt;&gt;</a:t>
            </a:r>
            <a:endParaRPr lang="zh-CN" altLang="en-US" dirty="0"/>
          </a:p>
        </p:txBody>
      </p:sp>
      <p:pic>
        <p:nvPicPr>
          <p:cNvPr id="9" name="图片 8">
            <a:extLst>
              <a:ext uri="{FF2B5EF4-FFF2-40B4-BE49-F238E27FC236}">
                <a16:creationId xmlns:a16="http://schemas.microsoft.com/office/drawing/2014/main" id="{B5404DFB-FCFD-4B58-B132-CD0B4A79746C}"/>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灯片编号占位符 5">
            <a:extLst>
              <a:ext uri="{FF2B5EF4-FFF2-40B4-BE49-F238E27FC236}">
                <a16:creationId xmlns:a16="http://schemas.microsoft.com/office/drawing/2014/main" id="{AEDE1731-5A32-4D52-AA37-B4F6916A552D}"/>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3980936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Page">
    <p:spTree>
      <p:nvGrpSpPr>
        <p:cNvPr id="1" name=""/>
        <p:cNvGrpSpPr/>
        <p:nvPr/>
      </p:nvGrpSpPr>
      <p:grpSpPr>
        <a:xfrm>
          <a:off x="0" y="0"/>
          <a:ext cx="0" cy="0"/>
          <a:chOff x="0" y="0"/>
          <a:chExt cx="0" cy="0"/>
        </a:xfrm>
      </p:grpSpPr>
      <p:sp>
        <p:nvSpPr>
          <p:cNvPr id="5" name="CREATE DATE"/>
          <p:cNvSpPr>
            <a:spLocks noGrp="1"/>
          </p:cNvSpPr>
          <p:nvPr>
            <p:ph type="body" sz="quarter" idx="11" hasCustomPrompt="1"/>
            <p:custDataLst>
              <p:tags r:id="rId1"/>
            </p:custDataLst>
          </p:nvPr>
        </p:nvSpPr>
        <p:spPr>
          <a:xfrm>
            <a:off x="382386" y="6292735"/>
            <a:ext cx="3250276" cy="246221"/>
          </a:xfrm>
        </p:spPr>
        <p:txBody>
          <a:bodyPr>
            <a:spAutoFit/>
          </a:bodyPr>
          <a:lstStyle>
            <a:lvl1pPr marL="0" indent="0">
              <a:buNone/>
              <a:defRPr sz="1600">
                <a:latin typeface="华文细黑" panose="02010600040101010101" pitchFamily="2" charset="-122"/>
                <a:ea typeface="华文细黑" panose="02010600040101010101" pitchFamily="2" charset="-122"/>
              </a:defRPr>
            </a:lvl1pPr>
          </a:lstStyle>
          <a:p>
            <a:pPr lvl="0"/>
            <a:r>
              <a:rPr lang="en-US" altLang="zh-CN" dirty="0"/>
              <a:t>&lt;&lt;COVER PAGE DATE&gt;&gt;</a:t>
            </a:r>
            <a:endParaRPr lang="zh-CN" altLang="en-US" dirty="0"/>
          </a:p>
        </p:txBody>
      </p:sp>
      <p:sp>
        <p:nvSpPr>
          <p:cNvPr id="3" name="PRESENTATION PRESENTER"/>
          <p:cNvSpPr>
            <a:spLocks noGrp="1"/>
          </p:cNvSpPr>
          <p:nvPr>
            <p:ph type="subTitle" idx="1" hasCustomPrompt="1"/>
            <p:custDataLst>
              <p:tags r:id="rId2"/>
            </p:custDataLst>
          </p:nvPr>
        </p:nvSpPr>
        <p:spPr>
          <a:xfrm>
            <a:off x="382386" y="3604954"/>
            <a:ext cx="4544315" cy="249382"/>
          </a:xfrm>
        </p:spPr>
        <p:txBody>
          <a:bodyPr lIns="0" tIns="0" rIns="0" bIns="0" anchor="t" anchorCtr="0">
            <a:noAutofit/>
          </a:bodyPr>
          <a:lstStyle>
            <a:lvl1pPr marL="0" indent="0" algn="l">
              <a:spcBef>
                <a:spcPts val="1636"/>
              </a:spcBef>
              <a:buNone/>
              <a:defRPr sz="1800" i="0" baseline="0">
                <a:solidFill>
                  <a:schemeClr val="tx1"/>
                </a:solidFill>
                <a:latin typeface="华文细黑" panose="02010600040101010101" pitchFamily="2" charset="-122"/>
                <a:ea typeface="华文细黑" panose="02010600040101010101" pitchFamily="2" charset="-122"/>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演示演讲者</a:t>
            </a:r>
            <a:r>
              <a:rPr lang="en-US" altLang="zh-CN" dirty="0"/>
              <a:t>&gt;&gt;</a:t>
            </a:r>
            <a:endParaRPr lang="zh-CN" altLang="en-US" dirty="0"/>
          </a:p>
        </p:txBody>
      </p:sp>
      <p:sp>
        <p:nvSpPr>
          <p:cNvPr id="2" name="PRESENTATION TITLE"/>
          <p:cNvSpPr>
            <a:spLocks noGrp="1"/>
          </p:cNvSpPr>
          <p:nvPr>
            <p:ph type="ctrTitle" hasCustomPrompt="1"/>
            <p:custDataLst>
              <p:tags r:id="rId3"/>
            </p:custDataLst>
          </p:nvPr>
        </p:nvSpPr>
        <p:spPr>
          <a:xfrm>
            <a:off x="382386" y="2473036"/>
            <a:ext cx="7456516" cy="856211"/>
          </a:xfrm>
        </p:spPr>
        <p:txBody>
          <a:bodyPr lIns="0" tIns="0" rIns="0" bIns="0" anchor="b" anchorCtr="0">
            <a:noAutofit/>
          </a:bodyPr>
          <a:lstStyle>
            <a:lvl1pPr>
              <a:lnSpc>
                <a:spcPts val="3818"/>
              </a:lnSpc>
              <a:spcBef>
                <a:spcPts val="3818"/>
              </a:spcBef>
              <a:defRPr sz="36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&lt;&lt;Keyline: short headline&gt;&gt;</a:t>
            </a:r>
            <a:endParaRPr lang="zh-CN" altLang="en-US" dirty="0"/>
          </a:p>
        </p:txBody>
      </p:sp>
      <p:sp>
        <p:nvSpPr>
          <p:cNvPr id="8" name="SECURITY TEXT"/>
          <p:cNvSpPr txBox="1"/>
          <p:nvPr userDrawn="1">
            <p:custDataLst>
              <p:tags r:id="rId4"/>
            </p:custDataLst>
          </p:nvPr>
        </p:nvSpPr>
        <p:spPr>
          <a:xfrm>
            <a:off x="6916189" y="675414"/>
            <a:ext cx="1812175" cy="167866"/>
          </a:xfrm>
          <a:prstGeom prst="rect">
            <a:avLst/>
          </a:prstGeom>
        </p:spPr>
        <p:txBody>
          <a:bodyPr vert="horz" wrap="square" lIns="66502" tIns="0" rIns="0" bIns="0" rtlCol="0" anchor="b" anchorCtr="0">
            <a:spAutoFit/>
          </a:bodyPr>
          <a:lstStyle>
            <a:lvl1pPr marL="0" indent="0" algn="l" defTabSz="1005205" rtl="0" eaLnBrk="1" latinLnBrk="0" hangingPunct="1">
              <a:spcBef>
                <a:spcPct val="20000"/>
              </a:spcBef>
              <a:buSzPct val="120000"/>
              <a:buFont typeface="Symbol" panose="05050102010706020507" pitchFamily="18" charset="2"/>
              <a:buNone/>
              <a:defRPr sz="1200" b="0" kern="1200" baseline="0">
                <a:solidFill>
                  <a:schemeClr val="tx1"/>
                </a:solidFill>
                <a:latin typeface="+mn-lt"/>
                <a:ea typeface="+mn-ea"/>
                <a:cs typeface="+mn-cs"/>
              </a:defRPr>
            </a:lvl1pPr>
            <a:lvl2pPr marL="817245" indent="-314325"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2pPr>
            <a:lvl3pPr marL="125666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3pPr>
            <a:lvl4pPr marL="175958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4pPr>
            <a:lvl5pPr marL="226250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5pPr>
            <a:lvl6pPr marL="2765425"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6pPr>
            <a:lvl7pPr marL="326771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7pPr>
            <a:lvl8pPr marL="377063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8pPr>
            <a:lvl9pPr marL="427355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endParaRPr kumimoji="0" lang="zh-CN" altLang="en-US" sz="1091" b="0" i="0" u="none" strike="noStrike" kern="1200" cap="none" spc="0" normalizeH="0" baseline="0" noProof="0" dirty="0">
              <a:ln>
                <a:noFill/>
              </a:ln>
              <a:solidFill>
                <a:prstClr val="black"/>
              </a:solidFill>
              <a:effectLst/>
              <a:uLnTx/>
              <a:uFillTx/>
              <a:latin typeface="Frutiger 55 Roman" pitchFamily="34" charset="0"/>
              <a:ea typeface="MS PGothic" panose="020B0600070205080204" pitchFamily="34" charset="-128"/>
              <a:cs typeface="+mn-cs"/>
            </a:endParaRPr>
          </a:p>
        </p:txBody>
      </p:sp>
      <p:sp>
        <p:nvSpPr>
          <p:cNvPr id="4" name="DraftStamp" hidden="1"/>
          <p:cNvSpPr txBox="1"/>
          <p:nvPr userDrawn="1">
            <p:custDataLst>
              <p:tags r:id="rId5"/>
            </p:custDataLst>
          </p:nvPr>
        </p:nvSpPr>
        <p:spPr>
          <a:xfrm>
            <a:off x="7065818" y="819727"/>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41B8459E-ACFB-4F5E-88E7-9106B5B87EFF}"/>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382386" y="365592"/>
            <a:ext cx="1089026" cy="325652"/>
          </a:xfrm>
          <a:prstGeom prst="rect">
            <a:avLst/>
          </a:prstGeom>
        </p:spPr>
      </p:pic>
    </p:spTree>
    <p:extLst>
      <p:ext uri="{BB962C8B-B14F-4D97-AF65-F5344CB8AC3E}">
        <p14:creationId xmlns:p14="http://schemas.microsoft.com/office/powerpoint/2010/main" val="13704188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able of Contents" preserve="1" userDrawn="1">
  <p:cSld name="contact">
    <p:spTree>
      <p:nvGrpSpPr>
        <p:cNvPr id="1" name=""/>
        <p:cNvGrpSpPr/>
        <p:nvPr/>
      </p:nvGrpSpPr>
      <p:grpSpPr>
        <a:xfrm>
          <a:off x="0" y="0"/>
          <a:ext cx="0" cy="0"/>
          <a:chOff x="0" y="0"/>
          <a:chExt cx="0" cy="0"/>
        </a:xfrm>
      </p:grpSpPr>
      <p:cxnSp>
        <p:nvCxnSpPr>
          <p:cNvPr id="7" name="THIN BLUE LINE"/>
          <p:cNvCxnSpPr/>
          <p:nvPr userDrawn="1"/>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BD0064B7-B0D8-4B3B-BDCF-66C67B4BB4A1}"/>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Slide Number Textbox">
            <a:extLst>
              <a:ext uri="{FF2B5EF4-FFF2-40B4-BE49-F238E27FC236}">
                <a16:creationId xmlns:a16="http://schemas.microsoft.com/office/drawing/2014/main" id="{DC9B55C5-BF1D-2E8F-C643-CEF5E0DF45B6}"/>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
        <p:nvSpPr>
          <p:cNvPr id="358" name="标题 3">
            <a:extLst>
              <a:ext uri="{FF2B5EF4-FFF2-40B4-BE49-F238E27FC236}">
                <a16:creationId xmlns:a16="http://schemas.microsoft.com/office/drawing/2014/main" id="{E665EB22-452A-296C-0271-F7ABADD0C721}"/>
              </a:ext>
            </a:extLst>
          </p:cNvPr>
          <p:cNvSpPr>
            <a:spLocks noGrp="1"/>
          </p:cNvSpPr>
          <p:nvPr>
            <p:ph type="title"/>
          </p:nvPr>
        </p:nvSpPr>
        <p:spPr>
          <a:xfrm>
            <a:off x="381575" y="3"/>
            <a:ext cx="8354291" cy="856211"/>
          </a:xfrm>
        </p:spPr>
        <p:txBody>
          <a:bodyPr/>
          <a:lstStyle/>
          <a:p>
            <a:endParaRPr lang="zh-CN" altLang="en-US" dirty="0"/>
          </a:p>
        </p:txBody>
      </p:sp>
      <p:sp>
        <p:nvSpPr>
          <p:cNvPr id="466" name="Rectangle 4">
            <a:extLst>
              <a:ext uri="{FF2B5EF4-FFF2-40B4-BE49-F238E27FC236}">
                <a16:creationId xmlns:a16="http://schemas.microsoft.com/office/drawing/2014/main" id="{BBDAB70A-7931-07BA-BDCE-E152BECB5BFB}"/>
              </a:ext>
            </a:extLst>
          </p:cNvPr>
          <p:cNvSpPr/>
          <p:nvPr userDrawn="1"/>
        </p:nvSpPr>
        <p:spPr>
          <a:xfrm>
            <a:off x="4858257" y="2129867"/>
            <a:ext cx="1681166"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7" name="Rectangle 4">
            <a:extLst>
              <a:ext uri="{FF2B5EF4-FFF2-40B4-BE49-F238E27FC236}">
                <a16:creationId xmlns:a16="http://schemas.microsoft.com/office/drawing/2014/main" id="{7A07CACE-ECCA-6C0D-7252-E8B6C8F1327B}"/>
              </a:ext>
            </a:extLst>
          </p:cNvPr>
          <p:cNvSpPr/>
          <p:nvPr userDrawn="1"/>
        </p:nvSpPr>
        <p:spPr>
          <a:xfrm>
            <a:off x="4858257" y="3080369"/>
            <a:ext cx="1464491"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8" name="ïšľidê">
            <a:extLst>
              <a:ext uri="{FF2B5EF4-FFF2-40B4-BE49-F238E27FC236}">
                <a16:creationId xmlns:a16="http://schemas.microsoft.com/office/drawing/2014/main" id="{6FF5A501-09B7-2CF4-6548-469DFCD2A244}"/>
              </a:ext>
            </a:extLst>
          </p:cNvPr>
          <p:cNvSpPr/>
          <p:nvPr userDrawn="1"/>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69" name="ïšľidê">
            <a:extLst>
              <a:ext uri="{FF2B5EF4-FFF2-40B4-BE49-F238E27FC236}">
                <a16:creationId xmlns:a16="http://schemas.microsoft.com/office/drawing/2014/main" id="{2D702DA5-698B-6F8F-6D5D-40C67B172ADD}"/>
              </a:ext>
            </a:extLst>
          </p:cNvPr>
          <p:cNvSpPr/>
          <p:nvPr userDrawn="1"/>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70" name="ïšľidê">
            <a:extLst>
              <a:ext uri="{FF2B5EF4-FFF2-40B4-BE49-F238E27FC236}">
                <a16:creationId xmlns:a16="http://schemas.microsoft.com/office/drawing/2014/main" id="{B76A8E1E-8FED-7ED2-414D-FAA01B6429A0}"/>
              </a:ext>
            </a:extLst>
          </p:cNvPr>
          <p:cNvSpPr/>
          <p:nvPr userDrawn="1"/>
        </p:nvSpPr>
        <p:spPr bwMode="auto">
          <a:xfrm>
            <a:off x="6672571" y="3094261"/>
            <a:ext cx="1918057" cy="690285"/>
          </a:xfrm>
          <a:prstGeom prst="rect">
            <a:avLst/>
          </a:prstGeom>
        </p:spPr>
        <p:txBody>
          <a:bodyPr vert="horz" lIns="0" tIns="0" rIns="0" bIns="0" rtlCol="0">
            <a:noAutofit/>
          </a:bodyPr>
          <a:lstStyle/>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p:txBody>
      </p:sp>
      <p:sp>
        <p:nvSpPr>
          <p:cNvPr id="471" name="ïšľidê">
            <a:extLst>
              <a:ext uri="{FF2B5EF4-FFF2-40B4-BE49-F238E27FC236}">
                <a16:creationId xmlns:a16="http://schemas.microsoft.com/office/drawing/2014/main" id="{21A9D79E-A089-858E-2484-28F8EBF8F3B0}"/>
              </a:ext>
            </a:extLst>
          </p:cNvPr>
          <p:cNvSpPr/>
          <p:nvPr userDrawn="1"/>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72" name="Rectangle 4">
            <a:extLst>
              <a:ext uri="{FF2B5EF4-FFF2-40B4-BE49-F238E27FC236}">
                <a16:creationId xmlns:a16="http://schemas.microsoft.com/office/drawing/2014/main" id="{9AB211BA-507C-0020-1A2F-78E5E94B88BE}"/>
              </a:ext>
            </a:extLst>
          </p:cNvPr>
          <p:cNvSpPr/>
          <p:nvPr userDrawn="1"/>
        </p:nvSpPr>
        <p:spPr>
          <a:xfrm>
            <a:off x="4858257" y="4030871"/>
            <a:ext cx="1630254" cy="876266"/>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 name="文本占位符 3">
            <a:extLst>
              <a:ext uri="{FF2B5EF4-FFF2-40B4-BE49-F238E27FC236}">
                <a16:creationId xmlns:a16="http://schemas.microsoft.com/office/drawing/2014/main" id="{4CADBEFA-0929-BE16-7207-0D668599CC3F}"/>
              </a:ext>
            </a:extLst>
          </p:cNvPr>
          <p:cNvSpPr>
            <a:spLocks noGrp="1"/>
          </p:cNvSpPr>
          <p:nvPr>
            <p:ph type="body" sz="quarter" idx="10"/>
          </p:nvPr>
        </p:nvSpPr>
        <p:spPr>
          <a:xfrm>
            <a:off x="4858257" y="2124122"/>
            <a:ext cx="1681166" cy="529861"/>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grpSp>
        <p:nvGrpSpPr>
          <p:cNvPr id="16" name="组合 15">
            <a:extLst>
              <a:ext uri="{FF2B5EF4-FFF2-40B4-BE49-F238E27FC236}">
                <a16:creationId xmlns:a16="http://schemas.microsoft.com/office/drawing/2014/main" id="{6D2E1EC0-A230-D6BA-CA33-794B7D4B33BC}"/>
              </a:ext>
            </a:extLst>
          </p:cNvPr>
          <p:cNvGrpSpPr/>
          <p:nvPr userDrawn="1"/>
        </p:nvGrpSpPr>
        <p:grpSpPr>
          <a:xfrm>
            <a:off x="535448" y="1956176"/>
            <a:ext cx="3597913" cy="3736041"/>
            <a:chOff x="815035" y="2092230"/>
            <a:chExt cx="3778457" cy="3923516"/>
          </a:xfrm>
        </p:grpSpPr>
        <p:grpSp>
          <p:nvGrpSpPr>
            <p:cNvPr id="17" name="组合 16">
              <a:extLst>
                <a:ext uri="{FF2B5EF4-FFF2-40B4-BE49-F238E27FC236}">
                  <a16:creationId xmlns:a16="http://schemas.microsoft.com/office/drawing/2014/main" id="{F08347B9-2418-8540-D231-3C58CFE7F1B3}"/>
                </a:ext>
              </a:extLst>
            </p:cNvPr>
            <p:cNvGrpSpPr/>
            <p:nvPr/>
          </p:nvGrpSpPr>
          <p:grpSpPr>
            <a:xfrm>
              <a:off x="815035" y="2092230"/>
              <a:ext cx="3778457" cy="3923516"/>
              <a:chOff x="806243" y="2206460"/>
              <a:chExt cx="3778457" cy="3923516"/>
            </a:xfrm>
          </p:grpSpPr>
          <p:grpSp>
            <p:nvGrpSpPr>
              <p:cNvPr id="20" name="组合 19">
                <a:extLst>
                  <a:ext uri="{FF2B5EF4-FFF2-40B4-BE49-F238E27FC236}">
                    <a16:creationId xmlns:a16="http://schemas.microsoft.com/office/drawing/2014/main" id="{E4C06614-98CB-AC72-DDBA-1EA66E553931}"/>
                  </a:ext>
                </a:extLst>
              </p:cNvPr>
              <p:cNvGrpSpPr/>
              <p:nvPr/>
            </p:nvGrpSpPr>
            <p:grpSpPr>
              <a:xfrm>
                <a:off x="806243" y="2206460"/>
                <a:ext cx="3778457" cy="3923516"/>
                <a:chOff x="806243" y="2106087"/>
                <a:chExt cx="3549417" cy="3685683"/>
              </a:xfrm>
            </p:grpSpPr>
            <p:grpSp>
              <p:nvGrpSpPr>
                <p:cNvPr id="34" name="ïṧ1iḑè">
                  <a:extLst>
                    <a:ext uri="{FF2B5EF4-FFF2-40B4-BE49-F238E27FC236}">
                      <a16:creationId xmlns:a16="http://schemas.microsoft.com/office/drawing/2014/main" id="{04865FD3-6DE5-FC1F-88AF-ECF301AB8B8B}"/>
                    </a:ext>
                  </a:extLst>
                </p:cNvPr>
                <p:cNvGrpSpPr/>
                <p:nvPr/>
              </p:nvGrpSpPr>
              <p:grpSpPr>
                <a:xfrm>
                  <a:off x="806243" y="2106087"/>
                  <a:ext cx="3549417" cy="3646370"/>
                  <a:chOff x="1537719" y="1628800"/>
                  <a:chExt cx="3661643" cy="3761661"/>
                </a:xfrm>
              </p:grpSpPr>
              <p:sp>
                <p:nvSpPr>
                  <p:cNvPr id="42" name="ïṡḻîḍê">
                    <a:extLst>
                      <a:ext uri="{FF2B5EF4-FFF2-40B4-BE49-F238E27FC236}">
                        <a16:creationId xmlns:a16="http://schemas.microsoft.com/office/drawing/2014/main" id="{85865A1A-7573-3E24-95EA-4A3802CCA746}"/>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43" name="i$1iḍè">
                    <a:extLst>
                      <a:ext uri="{FF2B5EF4-FFF2-40B4-BE49-F238E27FC236}">
                        <a16:creationId xmlns:a16="http://schemas.microsoft.com/office/drawing/2014/main" id="{50FC46BB-ACDA-DFDC-528A-4501B5C4D8F7}"/>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4" name="íṩḷiḍé">
                    <a:extLst>
                      <a:ext uri="{FF2B5EF4-FFF2-40B4-BE49-F238E27FC236}">
                        <a16:creationId xmlns:a16="http://schemas.microsoft.com/office/drawing/2014/main" id="{1382394D-36AD-3C06-4F3C-4887CAA75EF2}"/>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45" name="isļiḑe">
                    <a:extLst>
                      <a:ext uri="{FF2B5EF4-FFF2-40B4-BE49-F238E27FC236}">
                        <a16:creationId xmlns:a16="http://schemas.microsoft.com/office/drawing/2014/main" id="{6316D1F6-742D-95CC-FE05-2FCE350609AE}"/>
                      </a:ext>
                    </a:extLst>
                  </p:cNvPr>
                  <p:cNvGrpSpPr/>
                  <p:nvPr/>
                </p:nvGrpSpPr>
                <p:grpSpPr>
                  <a:xfrm>
                    <a:off x="1537719" y="1628800"/>
                    <a:ext cx="3661643" cy="3761661"/>
                    <a:chOff x="1523492" y="1628800"/>
                    <a:chExt cx="3661643" cy="3761661"/>
                  </a:xfrm>
                  <a:solidFill>
                    <a:schemeClr val="bg1">
                      <a:lumMod val="95000"/>
                    </a:schemeClr>
                  </a:solidFill>
                </p:grpSpPr>
                <p:sp>
                  <p:nvSpPr>
                    <p:cNvPr id="46" name="isļïdé">
                      <a:extLst>
                        <a:ext uri="{FF2B5EF4-FFF2-40B4-BE49-F238E27FC236}">
                          <a16:creationId xmlns:a16="http://schemas.microsoft.com/office/drawing/2014/main" id="{58966006-E39E-1394-C740-FC1F73B0592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 name="is1iḋê">
                      <a:extLst>
                        <a:ext uri="{FF2B5EF4-FFF2-40B4-BE49-F238E27FC236}">
                          <a16:creationId xmlns:a16="http://schemas.microsoft.com/office/drawing/2014/main" id="{6674AC37-E5D8-9160-9896-9D7948EE264A}"/>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 name="iSlïḓè">
                      <a:extLst>
                        <a:ext uri="{FF2B5EF4-FFF2-40B4-BE49-F238E27FC236}">
                          <a16:creationId xmlns:a16="http://schemas.microsoft.com/office/drawing/2014/main" id="{30F517F2-5D12-248D-7F76-E50BAEA2F1DB}"/>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49" name="ïṩľiḍé">
                      <a:extLst>
                        <a:ext uri="{FF2B5EF4-FFF2-40B4-BE49-F238E27FC236}">
                          <a16:creationId xmlns:a16="http://schemas.microsoft.com/office/drawing/2014/main" id="{40D39683-9EB0-27F0-7752-38F046687E08}"/>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ṧľîdê">
                      <a:extLst>
                        <a:ext uri="{FF2B5EF4-FFF2-40B4-BE49-F238E27FC236}">
                          <a16:creationId xmlns:a16="http://schemas.microsoft.com/office/drawing/2014/main" id="{4A2E79EB-F9CC-CB8A-0982-BB8B8212AF90}"/>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îSľíḑe">
                      <a:extLst>
                        <a:ext uri="{FF2B5EF4-FFF2-40B4-BE49-F238E27FC236}">
                          <a16:creationId xmlns:a16="http://schemas.microsoft.com/office/drawing/2014/main" id="{B3D63061-356D-800C-434D-6462FB314D07}"/>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52" name="i$líḍè">
                      <a:extLst>
                        <a:ext uri="{FF2B5EF4-FFF2-40B4-BE49-F238E27FC236}">
                          <a16:creationId xmlns:a16="http://schemas.microsoft.com/office/drawing/2014/main" id="{146D5CA9-C11D-9FEB-0383-4DD0FAEE4FEB}"/>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53" name="ïş1idè">
                      <a:extLst>
                        <a:ext uri="{FF2B5EF4-FFF2-40B4-BE49-F238E27FC236}">
                          <a16:creationId xmlns:a16="http://schemas.microsoft.com/office/drawing/2014/main" id="{EC95594A-9F97-289E-7BDC-E973D96D3B47}"/>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4" name="iṥļíḋê">
                      <a:extLst>
                        <a:ext uri="{FF2B5EF4-FFF2-40B4-BE49-F238E27FC236}">
                          <a16:creationId xmlns:a16="http://schemas.microsoft.com/office/drawing/2014/main" id="{6B5D07F2-C9F3-4EA0-77CC-417186B62347}"/>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5" name="íşḷïḑe">
                      <a:extLst>
                        <a:ext uri="{FF2B5EF4-FFF2-40B4-BE49-F238E27FC236}">
                          <a16:creationId xmlns:a16="http://schemas.microsoft.com/office/drawing/2014/main" id="{374DE07A-6477-8DCF-46D8-7E96B3185FE5}"/>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iṣ1íḑe">
                      <a:extLst>
                        <a:ext uri="{FF2B5EF4-FFF2-40B4-BE49-F238E27FC236}">
                          <a16:creationId xmlns:a16="http://schemas.microsoft.com/office/drawing/2014/main" id="{8F6442F3-E455-EECA-87A3-49D844813702}"/>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7" name="íŝľiḑé">
                      <a:extLst>
                        <a:ext uri="{FF2B5EF4-FFF2-40B4-BE49-F238E27FC236}">
                          <a16:creationId xmlns:a16="http://schemas.microsoft.com/office/drawing/2014/main" id="{AD499D52-F7C3-9C8F-7893-996077FFD4F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8" name="iṣ1iḋè">
                      <a:extLst>
                        <a:ext uri="{FF2B5EF4-FFF2-40B4-BE49-F238E27FC236}">
                          <a16:creationId xmlns:a16="http://schemas.microsoft.com/office/drawing/2014/main" id="{46F64471-D3E1-F4B5-9173-FB52C1FC46D1}"/>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9" name="îşḷiḍé">
                      <a:extLst>
                        <a:ext uri="{FF2B5EF4-FFF2-40B4-BE49-F238E27FC236}">
                          <a16:creationId xmlns:a16="http://schemas.microsoft.com/office/drawing/2014/main" id="{C259EABC-650A-1F22-FB69-0C90A50C7828}"/>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0" name="iṡḷîdé">
                      <a:extLst>
                        <a:ext uri="{FF2B5EF4-FFF2-40B4-BE49-F238E27FC236}">
                          <a16:creationId xmlns:a16="http://schemas.microsoft.com/office/drawing/2014/main" id="{DD088599-2217-E882-5894-68F561ABACD7}"/>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íśļidé">
                      <a:extLst>
                        <a:ext uri="{FF2B5EF4-FFF2-40B4-BE49-F238E27FC236}">
                          <a16:creationId xmlns:a16="http://schemas.microsoft.com/office/drawing/2014/main" id="{E3617AD6-311D-A68B-71C4-10110C925709}"/>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2" name="iṥľïḓè">
                      <a:extLst>
                        <a:ext uri="{FF2B5EF4-FFF2-40B4-BE49-F238E27FC236}">
                          <a16:creationId xmlns:a16="http://schemas.microsoft.com/office/drawing/2014/main" id="{56116055-2899-07F5-1365-8B22AEF89507}"/>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3" name="ïşḻïḋé">
                      <a:extLst>
                        <a:ext uri="{FF2B5EF4-FFF2-40B4-BE49-F238E27FC236}">
                          <a16:creationId xmlns:a16="http://schemas.microsoft.com/office/drawing/2014/main" id="{3CB51D8F-7561-8F16-EC8D-BDF507E8204E}"/>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4" name="ïsļiḋé">
                      <a:extLst>
                        <a:ext uri="{FF2B5EF4-FFF2-40B4-BE49-F238E27FC236}">
                          <a16:creationId xmlns:a16="http://schemas.microsoft.com/office/drawing/2014/main" id="{50AD5D00-4EE9-0F49-D929-6475F044EAB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5" name="ís1îde">
                      <a:extLst>
                        <a:ext uri="{FF2B5EF4-FFF2-40B4-BE49-F238E27FC236}">
                          <a16:creationId xmlns:a16="http://schemas.microsoft.com/office/drawing/2014/main" id="{E805344E-B598-B77E-DB2B-921C0EA41459}"/>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6" name="íṧļïḓè">
                      <a:extLst>
                        <a:ext uri="{FF2B5EF4-FFF2-40B4-BE49-F238E27FC236}">
                          <a16:creationId xmlns:a16="http://schemas.microsoft.com/office/drawing/2014/main" id="{407A4E82-D68D-59B6-BA09-1F35B4119E46}"/>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7" name="iSľíďê">
                      <a:extLst>
                        <a:ext uri="{FF2B5EF4-FFF2-40B4-BE49-F238E27FC236}">
                          <a16:creationId xmlns:a16="http://schemas.microsoft.com/office/drawing/2014/main" id="{54D1737D-68B1-0829-803E-FD7DCB58F205}"/>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8" name="ïš1ídé">
                      <a:extLst>
                        <a:ext uri="{FF2B5EF4-FFF2-40B4-BE49-F238E27FC236}">
                          <a16:creationId xmlns:a16="http://schemas.microsoft.com/office/drawing/2014/main" id="{D0194050-6124-9D14-25B8-B5EE98A4B729}"/>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9" name="î$1iḓê">
                      <a:extLst>
                        <a:ext uri="{FF2B5EF4-FFF2-40B4-BE49-F238E27FC236}">
                          <a16:creationId xmlns:a16="http://schemas.microsoft.com/office/drawing/2014/main" id="{06E4B8F6-9666-9DEF-D46F-1BD68449DE5E}"/>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480" name="ï$1ïḑe">
                      <a:extLst>
                        <a:ext uri="{FF2B5EF4-FFF2-40B4-BE49-F238E27FC236}">
                          <a16:creationId xmlns:a16="http://schemas.microsoft.com/office/drawing/2014/main" id="{054E0C99-7034-912F-069D-A5F67810F78B}"/>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481" name="îṣľíḍê">
                      <a:extLst>
                        <a:ext uri="{FF2B5EF4-FFF2-40B4-BE49-F238E27FC236}">
                          <a16:creationId xmlns:a16="http://schemas.microsoft.com/office/drawing/2014/main" id="{4823132C-AB40-4CF7-FFC3-58713C5651AB}"/>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2" name="îSlîďe">
                      <a:extLst>
                        <a:ext uri="{FF2B5EF4-FFF2-40B4-BE49-F238E27FC236}">
                          <a16:creationId xmlns:a16="http://schemas.microsoft.com/office/drawing/2014/main" id="{F794E152-F260-EE60-D9E5-DF27E0C8B78C}"/>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83" name="iṩlïḋè">
                      <a:extLst>
                        <a:ext uri="{FF2B5EF4-FFF2-40B4-BE49-F238E27FC236}">
                          <a16:creationId xmlns:a16="http://schemas.microsoft.com/office/drawing/2014/main" id="{C1944D82-2596-529D-90E5-699657A5BAC1}"/>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4" name="îSḻîdê">
                      <a:extLst>
                        <a:ext uri="{FF2B5EF4-FFF2-40B4-BE49-F238E27FC236}">
                          <a16:creationId xmlns:a16="http://schemas.microsoft.com/office/drawing/2014/main" id="{ECF7F084-F0F2-DE48-C603-2F0E1A0109A3}"/>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5" name="iś1îďé">
                      <a:extLst>
                        <a:ext uri="{FF2B5EF4-FFF2-40B4-BE49-F238E27FC236}">
                          <a16:creationId xmlns:a16="http://schemas.microsoft.com/office/drawing/2014/main" id="{3BE462AE-E528-82C8-EB7F-98077713C334}"/>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6" name="í$ľíḓè">
                      <a:extLst>
                        <a:ext uri="{FF2B5EF4-FFF2-40B4-BE49-F238E27FC236}">
                          <a16:creationId xmlns:a16="http://schemas.microsoft.com/office/drawing/2014/main" id="{9FA4EFD7-1CE4-6FC1-4C1A-B7A03FED2B18}"/>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7" name="íṣľiḓe">
                      <a:extLst>
                        <a:ext uri="{FF2B5EF4-FFF2-40B4-BE49-F238E27FC236}">
                          <a16:creationId xmlns:a16="http://schemas.microsoft.com/office/drawing/2014/main" id="{2803F2C5-1867-F844-1858-63F0CB0B2639}"/>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8" name="íşlïdè">
                      <a:extLst>
                        <a:ext uri="{FF2B5EF4-FFF2-40B4-BE49-F238E27FC236}">
                          <a16:creationId xmlns:a16="http://schemas.microsoft.com/office/drawing/2014/main" id="{CD1C3ED5-74F7-784D-D46A-569A38CEDBC2}"/>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9" name="îsḻîḋé">
                      <a:extLst>
                        <a:ext uri="{FF2B5EF4-FFF2-40B4-BE49-F238E27FC236}">
                          <a16:creationId xmlns:a16="http://schemas.microsoft.com/office/drawing/2014/main" id="{E51BB56B-1B75-737D-AE39-80976EC8665B}"/>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0" name="iSļíḋe">
                      <a:extLst>
                        <a:ext uri="{FF2B5EF4-FFF2-40B4-BE49-F238E27FC236}">
                          <a16:creationId xmlns:a16="http://schemas.microsoft.com/office/drawing/2014/main" id="{4013309F-88A9-0CA8-79C2-D27360D3953A}"/>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91" name="ïS1îḋé">
                      <a:extLst>
                        <a:ext uri="{FF2B5EF4-FFF2-40B4-BE49-F238E27FC236}">
                          <a16:creationId xmlns:a16="http://schemas.microsoft.com/office/drawing/2014/main" id="{E3FDA66E-327C-2B5A-EFA5-B796C5197B5C}"/>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2" name="ïŝḷïḑé">
                      <a:extLst>
                        <a:ext uri="{FF2B5EF4-FFF2-40B4-BE49-F238E27FC236}">
                          <a16:creationId xmlns:a16="http://schemas.microsoft.com/office/drawing/2014/main" id="{6FC72E6F-08F3-20A4-6EFD-6772865A6929}"/>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3" name="iṡlïḍe">
                      <a:extLst>
                        <a:ext uri="{FF2B5EF4-FFF2-40B4-BE49-F238E27FC236}">
                          <a16:creationId xmlns:a16="http://schemas.microsoft.com/office/drawing/2014/main" id="{4DFDB2EF-0D82-B9E0-C8BD-C9925271C906}"/>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94" name="îslîďê">
                      <a:extLst>
                        <a:ext uri="{FF2B5EF4-FFF2-40B4-BE49-F238E27FC236}">
                          <a16:creationId xmlns:a16="http://schemas.microsoft.com/office/drawing/2014/main" id="{CC39620F-6167-1364-FCB5-12DB13F6A136}"/>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495" name="îŝḻïḍé">
                      <a:extLst>
                        <a:ext uri="{FF2B5EF4-FFF2-40B4-BE49-F238E27FC236}">
                          <a16:creationId xmlns:a16="http://schemas.microsoft.com/office/drawing/2014/main" id="{77C9AE70-7B66-2435-DEDE-074FA122A0AD}"/>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6" name="îşľíḋé">
                      <a:extLst>
                        <a:ext uri="{FF2B5EF4-FFF2-40B4-BE49-F238E27FC236}">
                          <a16:creationId xmlns:a16="http://schemas.microsoft.com/office/drawing/2014/main" id="{40623D77-1B52-FFFD-9B22-577604FB9CA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7" name="iṥļîdè">
                      <a:extLst>
                        <a:ext uri="{FF2B5EF4-FFF2-40B4-BE49-F238E27FC236}">
                          <a16:creationId xmlns:a16="http://schemas.microsoft.com/office/drawing/2014/main" id="{99D24793-E185-20B5-7B8A-02B502B55558}"/>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8" name="îṧļíḑê">
                      <a:extLst>
                        <a:ext uri="{FF2B5EF4-FFF2-40B4-BE49-F238E27FC236}">
                          <a16:creationId xmlns:a16="http://schemas.microsoft.com/office/drawing/2014/main" id="{10E12EC2-21F4-6716-74F0-58052BE2DDDE}"/>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9" name="íśḷîḓe">
                      <a:extLst>
                        <a:ext uri="{FF2B5EF4-FFF2-40B4-BE49-F238E27FC236}">
                          <a16:creationId xmlns:a16="http://schemas.microsoft.com/office/drawing/2014/main" id="{AFBB033D-1DCF-7B35-ECA0-A349077F0FA6}"/>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0" name="ïś1ídé">
                      <a:extLst>
                        <a:ext uri="{FF2B5EF4-FFF2-40B4-BE49-F238E27FC236}">
                          <a16:creationId xmlns:a16="http://schemas.microsoft.com/office/drawing/2014/main" id="{5CB5312D-A65B-6221-8C0A-1BC2FA2B6EC6}"/>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1" name="ïSliḋé">
                      <a:extLst>
                        <a:ext uri="{FF2B5EF4-FFF2-40B4-BE49-F238E27FC236}">
                          <a16:creationId xmlns:a16="http://schemas.microsoft.com/office/drawing/2014/main" id="{02EBFDE1-ED0E-9464-6C34-506F800168CF}"/>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2" name="iŝlîḓê">
                      <a:extLst>
                        <a:ext uri="{FF2B5EF4-FFF2-40B4-BE49-F238E27FC236}">
                          <a16:creationId xmlns:a16="http://schemas.microsoft.com/office/drawing/2014/main" id="{746B59E6-25DF-BFF9-CD18-D64FDAF31285}"/>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3" name="í$ḻïḋe">
                      <a:extLst>
                        <a:ext uri="{FF2B5EF4-FFF2-40B4-BE49-F238E27FC236}">
                          <a16:creationId xmlns:a16="http://schemas.microsoft.com/office/drawing/2014/main" id="{686BA075-B148-032F-C5CE-BC40D505B11C}"/>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4" name="i$liḑe">
                      <a:extLst>
                        <a:ext uri="{FF2B5EF4-FFF2-40B4-BE49-F238E27FC236}">
                          <a16:creationId xmlns:a16="http://schemas.microsoft.com/office/drawing/2014/main" id="{00989C3B-CBAD-DAC0-9EED-0AC160D452D9}"/>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5" name="ïsliḍê">
                      <a:extLst>
                        <a:ext uri="{FF2B5EF4-FFF2-40B4-BE49-F238E27FC236}">
                          <a16:creationId xmlns:a16="http://schemas.microsoft.com/office/drawing/2014/main" id="{088CF740-B241-ADA0-EB96-579FBCD1B711}"/>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6" name="îŝľiḓe">
                      <a:extLst>
                        <a:ext uri="{FF2B5EF4-FFF2-40B4-BE49-F238E27FC236}">
                          <a16:creationId xmlns:a16="http://schemas.microsoft.com/office/drawing/2014/main" id="{E955EECC-F212-2114-1F1E-F1C8E2EE1E39}"/>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7" name="iṡļïḋê">
                      <a:extLst>
                        <a:ext uri="{FF2B5EF4-FFF2-40B4-BE49-F238E27FC236}">
                          <a16:creationId xmlns:a16="http://schemas.microsoft.com/office/drawing/2014/main" id="{6B57D4D9-9476-BAB0-3D2A-9C63BA29C0B0}"/>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8" name="îṣľïdé">
                      <a:extLst>
                        <a:ext uri="{FF2B5EF4-FFF2-40B4-BE49-F238E27FC236}">
                          <a16:creationId xmlns:a16="http://schemas.microsoft.com/office/drawing/2014/main" id="{B3BAAF7A-9274-B40E-80D5-4A433011838F}"/>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9" name="iS1ïdê">
                      <a:extLst>
                        <a:ext uri="{FF2B5EF4-FFF2-40B4-BE49-F238E27FC236}">
                          <a16:creationId xmlns:a16="http://schemas.microsoft.com/office/drawing/2014/main" id="{8ED374A0-CE85-7BAB-1A8C-1829F1FE7B06}"/>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0" name="íṧľiḋe">
                      <a:extLst>
                        <a:ext uri="{FF2B5EF4-FFF2-40B4-BE49-F238E27FC236}">
                          <a16:creationId xmlns:a16="http://schemas.microsoft.com/office/drawing/2014/main" id="{6F006322-EF61-0193-1EF4-F8AF2755A18A}"/>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1" name="íşľíďe">
                      <a:extLst>
                        <a:ext uri="{FF2B5EF4-FFF2-40B4-BE49-F238E27FC236}">
                          <a16:creationId xmlns:a16="http://schemas.microsoft.com/office/drawing/2014/main" id="{B8BDEADE-4660-C24D-0707-282BBF39E7AD}"/>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0" name="íṡľïḓê">
                      <a:extLst>
                        <a:ext uri="{FF2B5EF4-FFF2-40B4-BE49-F238E27FC236}">
                          <a16:creationId xmlns:a16="http://schemas.microsoft.com/office/drawing/2014/main" id="{1EF086EB-CD53-1EEE-1190-82E61CD44777}"/>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1" name="îśḻíḋê">
                      <a:extLst>
                        <a:ext uri="{FF2B5EF4-FFF2-40B4-BE49-F238E27FC236}">
                          <a16:creationId xmlns:a16="http://schemas.microsoft.com/office/drawing/2014/main" id="{B291DB24-3A03-E678-3B4C-42F1FD1EB4FC}"/>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2" name="îS1îdè">
                      <a:extLst>
                        <a:ext uri="{FF2B5EF4-FFF2-40B4-BE49-F238E27FC236}">
                          <a16:creationId xmlns:a16="http://schemas.microsoft.com/office/drawing/2014/main" id="{F816A377-8546-C51D-1EA6-CC2CACBD5A07}"/>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3" name="ïṧḷíḑê">
                      <a:extLst>
                        <a:ext uri="{FF2B5EF4-FFF2-40B4-BE49-F238E27FC236}">
                          <a16:creationId xmlns:a16="http://schemas.microsoft.com/office/drawing/2014/main" id="{C5FEF38A-BFBA-65C1-D44F-8160614F1CDE}"/>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4" name="îşlíḑe">
                      <a:extLst>
                        <a:ext uri="{FF2B5EF4-FFF2-40B4-BE49-F238E27FC236}">
                          <a16:creationId xmlns:a16="http://schemas.microsoft.com/office/drawing/2014/main" id="{B9B057F1-00F4-29EB-A08D-F207EF278DF0}"/>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5" name="íṩļíḑé">
                      <a:extLst>
                        <a:ext uri="{FF2B5EF4-FFF2-40B4-BE49-F238E27FC236}">
                          <a16:creationId xmlns:a16="http://schemas.microsoft.com/office/drawing/2014/main" id="{B314F381-D705-A041-6409-FDBEE004B395}"/>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6" name="iślíḋê">
                      <a:extLst>
                        <a:ext uri="{FF2B5EF4-FFF2-40B4-BE49-F238E27FC236}">
                          <a16:creationId xmlns:a16="http://schemas.microsoft.com/office/drawing/2014/main" id="{5A3C0FE7-FB9B-9F99-3349-773B62F68B89}"/>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7" name="ïSľîḍe">
                      <a:extLst>
                        <a:ext uri="{FF2B5EF4-FFF2-40B4-BE49-F238E27FC236}">
                          <a16:creationId xmlns:a16="http://schemas.microsoft.com/office/drawing/2014/main" id="{DF6534CE-8EB5-4F1A-F654-8BA9E16EA9B3}"/>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8" name="iŝḻiḍe">
                      <a:extLst>
                        <a:ext uri="{FF2B5EF4-FFF2-40B4-BE49-F238E27FC236}">
                          <a16:creationId xmlns:a16="http://schemas.microsoft.com/office/drawing/2014/main" id="{79892C26-197A-2DFE-57DF-9C835E0E3E3D}"/>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9" name="íšḷîḋê">
                      <a:extLst>
                        <a:ext uri="{FF2B5EF4-FFF2-40B4-BE49-F238E27FC236}">
                          <a16:creationId xmlns:a16="http://schemas.microsoft.com/office/drawing/2014/main" id="{E7E91216-A3F0-1CAD-B96A-86DF0AD2A77B}"/>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0" name="î$ḷïďê">
                      <a:extLst>
                        <a:ext uri="{FF2B5EF4-FFF2-40B4-BE49-F238E27FC236}">
                          <a16:creationId xmlns:a16="http://schemas.microsoft.com/office/drawing/2014/main" id="{BEF0FA87-3DED-3507-7314-B544F21F7A57}"/>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1" name="íśľíḑé">
                      <a:extLst>
                        <a:ext uri="{FF2B5EF4-FFF2-40B4-BE49-F238E27FC236}">
                          <a16:creationId xmlns:a16="http://schemas.microsoft.com/office/drawing/2014/main" id="{797AC384-8C2A-C767-75B2-46EC1DB2C137}"/>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2" name="iṥļïḍé">
                      <a:extLst>
                        <a:ext uri="{FF2B5EF4-FFF2-40B4-BE49-F238E27FC236}">
                          <a16:creationId xmlns:a16="http://schemas.microsoft.com/office/drawing/2014/main" id="{A7070ACD-F199-5DF5-8728-3519E769D117}"/>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3" name="ísļiḍê">
                      <a:extLst>
                        <a:ext uri="{FF2B5EF4-FFF2-40B4-BE49-F238E27FC236}">
                          <a16:creationId xmlns:a16="http://schemas.microsoft.com/office/drawing/2014/main" id="{03E95289-A23F-F135-6B7F-E0B22A821C4B}"/>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4" name="iś1ídé">
                      <a:extLst>
                        <a:ext uri="{FF2B5EF4-FFF2-40B4-BE49-F238E27FC236}">
                          <a16:creationId xmlns:a16="http://schemas.microsoft.com/office/drawing/2014/main" id="{C24106BF-9D4C-D560-3AB1-657D9F80D20F}"/>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5" name="ïṥ1íḓe">
                      <a:extLst>
                        <a:ext uri="{FF2B5EF4-FFF2-40B4-BE49-F238E27FC236}">
                          <a16:creationId xmlns:a16="http://schemas.microsoft.com/office/drawing/2014/main" id="{3324F226-C54B-43D1-AAC9-7DBA5CBF49D1}"/>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6" name="i$1îḋe">
                      <a:extLst>
                        <a:ext uri="{FF2B5EF4-FFF2-40B4-BE49-F238E27FC236}">
                          <a16:creationId xmlns:a16="http://schemas.microsoft.com/office/drawing/2014/main" id="{59F525F7-111D-E6A1-E63A-E49B30274A2C}"/>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7" name="îṣ1íďê">
                      <a:extLst>
                        <a:ext uri="{FF2B5EF4-FFF2-40B4-BE49-F238E27FC236}">
                          <a16:creationId xmlns:a16="http://schemas.microsoft.com/office/drawing/2014/main" id="{AD28067E-C8BB-A6B3-E455-E2B319F11731}"/>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8" name="îṩľide">
                      <a:extLst>
                        <a:ext uri="{FF2B5EF4-FFF2-40B4-BE49-F238E27FC236}">
                          <a16:creationId xmlns:a16="http://schemas.microsoft.com/office/drawing/2014/main" id="{7342B8C9-AE51-4CDF-B284-9359A725CB35}"/>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9" name="íṡḻïḑé">
                      <a:extLst>
                        <a:ext uri="{FF2B5EF4-FFF2-40B4-BE49-F238E27FC236}">
                          <a16:creationId xmlns:a16="http://schemas.microsoft.com/office/drawing/2014/main" id="{B3CB4FA6-3F41-3078-7800-833C67F95D73}"/>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40" name="ïṧlïḑe">
                      <a:extLst>
                        <a:ext uri="{FF2B5EF4-FFF2-40B4-BE49-F238E27FC236}">
                          <a16:creationId xmlns:a16="http://schemas.microsoft.com/office/drawing/2014/main" id="{1F23112B-07D3-FE4F-AAF6-0E106D6521CF}"/>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35" name="文本框 34">
                  <a:extLst>
                    <a:ext uri="{FF2B5EF4-FFF2-40B4-BE49-F238E27FC236}">
                      <a16:creationId xmlns:a16="http://schemas.microsoft.com/office/drawing/2014/main" id="{1788437C-3F07-C27D-6BB5-8E1E10280AB3}"/>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36" name="椭圆 35">
                  <a:extLst>
                    <a:ext uri="{FF2B5EF4-FFF2-40B4-BE49-F238E27FC236}">
                      <a16:creationId xmlns:a16="http://schemas.microsoft.com/office/drawing/2014/main" id="{7A3891BC-8026-A0BF-7F92-334505457EB9}"/>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椭圆 36">
                  <a:extLst>
                    <a:ext uri="{FF2B5EF4-FFF2-40B4-BE49-F238E27FC236}">
                      <a16:creationId xmlns:a16="http://schemas.microsoft.com/office/drawing/2014/main" id="{38753A5E-4B0F-762E-C920-3C7BD3D7C1E9}"/>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a:extLst>
                    <a:ext uri="{FF2B5EF4-FFF2-40B4-BE49-F238E27FC236}">
                      <a16:creationId xmlns:a16="http://schemas.microsoft.com/office/drawing/2014/main" id="{72527F71-1E95-AF63-7BF1-36BF7788C35D}"/>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椭圆 38">
                  <a:extLst>
                    <a:ext uri="{FF2B5EF4-FFF2-40B4-BE49-F238E27FC236}">
                      <a16:creationId xmlns:a16="http://schemas.microsoft.com/office/drawing/2014/main" id="{4D118F7C-8FD2-0F9C-F9F4-B18B6BA94055}"/>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椭圆 39">
                  <a:extLst>
                    <a:ext uri="{FF2B5EF4-FFF2-40B4-BE49-F238E27FC236}">
                      <a16:creationId xmlns:a16="http://schemas.microsoft.com/office/drawing/2014/main" id="{A9D9064B-868F-E9FF-12E8-AEF521F87138}"/>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a:extLst>
                    <a:ext uri="{FF2B5EF4-FFF2-40B4-BE49-F238E27FC236}">
                      <a16:creationId xmlns:a16="http://schemas.microsoft.com/office/drawing/2014/main" id="{D34F0CCC-289E-B37B-F8B7-136F744D2963}"/>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21" name="直线连接符 2">
                <a:extLst>
                  <a:ext uri="{FF2B5EF4-FFF2-40B4-BE49-F238E27FC236}">
                    <a16:creationId xmlns:a16="http://schemas.microsoft.com/office/drawing/2014/main" id="{125D3E7B-2A03-A4AB-A1AF-A72ECE8D7E6A}"/>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2" name="直线连接符 120">
                <a:extLst>
                  <a:ext uri="{FF2B5EF4-FFF2-40B4-BE49-F238E27FC236}">
                    <a16:creationId xmlns:a16="http://schemas.microsoft.com/office/drawing/2014/main" id="{08AB19EC-FF84-22E6-FCDB-3AFDDE9B6A2A}"/>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3" name="直线连接符 121">
                <a:extLst>
                  <a:ext uri="{FF2B5EF4-FFF2-40B4-BE49-F238E27FC236}">
                    <a16:creationId xmlns:a16="http://schemas.microsoft.com/office/drawing/2014/main" id="{6112DC93-709A-9E2E-5054-E061CC548155}"/>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4" name="直线连接符 190">
                <a:extLst>
                  <a:ext uri="{FF2B5EF4-FFF2-40B4-BE49-F238E27FC236}">
                    <a16:creationId xmlns:a16="http://schemas.microsoft.com/office/drawing/2014/main" id="{8775B374-5E01-AA4E-9F97-1477C24030FC}"/>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5" name="直线连接符 191">
                <a:extLst>
                  <a:ext uri="{FF2B5EF4-FFF2-40B4-BE49-F238E27FC236}">
                    <a16:creationId xmlns:a16="http://schemas.microsoft.com/office/drawing/2014/main" id="{469F2FFC-D093-FE86-F76E-FD720BA21453}"/>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6" name="直线连接符 194">
                <a:extLst>
                  <a:ext uri="{FF2B5EF4-FFF2-40B4-BE49-F238E27FC236}">
                    <a16:creationId xmlns:a16="http://schemas.microsoft.com/office/drawing/2014/main" id="{C23E5D0B-7429-56E3-0719-87F28968A419}"/>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27" name="直线连接符 196">
                <a:extLst>
                  <a:ext uri="{FF2B5EF4-FFF2-40B4-BE49-F238E27FC236}">
                    <a16:creationId xmlns:a16="http://schemas.microsoft.com/office/drawing/2014/main" id="{33402A12-D093-7D38-2F14-77741FB78E7F}"/>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8" name="直线连接符 200">
                <a:extLst>
                  <a:ext uri="{FF2B5EF4-FFF2-40B4-BE49-F238E27FC236}">
                    <a16:creationId xmlns:a16="http://schemas.microsoft.com/office/drawing/2014/main" id="{00DA2EB5-F237-D5D5-F950-7DF6384E3F78}"/>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9" name="直线连接符 202">
                <a:extLst>
                  <a:ext uri="{FF2B5EF4-FFF2-40B4-BE49-F238E27FC236}">
                    <a16:creationId xmlns:a16="http://schemas.microsoft.com/office/drawing/2014/main" id="{3406FBB3-95D0-9200-DD80-0A1BF9080E73}"/>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0" name="直线连接符 203">
                <a:extLst>
                  <a:ext uri="{FF2B5EF4-FFF2-40B4-BE49-F238E27FC236}">
                    <a16:creationId xmlns:a16="http://schemas.microsoft.com/office/drawing/2014/main" id="{391B7399-E8D3-7A7D-DA84-9EAA94190268}"/>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1" name="直线连接符 205">
                <a:extLst>
                  <a:ext uri="{FF2B5EF4-FFF2-40B4-BE49-F238E27FC236}">
                    <a16:creationId xmlns:a16="http://schemas.microsoft.com/office/drawing/2014/main" id="{C4FD01A6-975C-6E75-BC6A-3C5C3DDCBECE}"/>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2" name="直线连接符 206">
                <a:extLst>
                  <a:ext uri="{FF2B5EF4-FFF2-40B4-BE49-F238E27FC236}">
                    <a16:creationId xmlns:a16="http://schemas.microsoft.com/office/drawing/2014/main" id="{8491C642-372B-CFDD-57C1-AC6B1A1AB6A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3" name="直线连接符 207">
                <a:extLst>
                  <a:ext uri="{FF2B5EF4-FFF2-40B4-BE49-F238E27FC236}">
                    <a16:creationId xmlns:a16="http://schemas.microsoft.com/office/drawing/2014/main" id="{5BE53E80-ADA2-C2DE-5A3B-39B9AE4DA344}"/>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18" name="iṧľîdê">
              <a:extLst>
                <a:ext uri="{FF2B5EF4-FFF2-40B4-BE49-F238E27FC236}">
                  <a16:creationId xmlns:a16="http://schemas.microsoft.com/office/drawing/2014/main" id="{93789F52-F474-84CE-453A-A9D4D6D86A69}"/>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19" name="iṧľîdê">
              <a:extLst>
                <a:ext uri="{FF2B5EF4-FFF2-40B4-BE49-F238E27FC236}">
                  <a16:creationId xmlns:a16="http://schemas.microsoft.com/office/drawing/2014/main" id="{E9B600DA-31A8-66EB-4168-E66E9673ADB1}"/>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4" name="文本占位符 3">
            <a:extLst>
              <a:ext uri="{FF2B5EF4-FFF2-40B4-BE49-F238E27FC236}">
                <a16:creationId xmlns:a16="http://schemas.microsoft.com/office/drawing/2014/main" id="{B0591E54-2E81-2FE3-9C74-BBDEC7970A37}"/>
              </a:ext>
            </a:extLst>
          </p:cNvPr>
          <p:cNvSpPr>
            <a:spLocks noGrp="1"/>
          </p:cNvSpPr>
          <p:nvPr>
            <p:ph type="body" sz="quarter" idx="17"/>
          </p:nvPr>
        </p:nvSpPr>
        <p:spPr>
          <a:xfrm>
            <a:off x="4846641" y="2867947"/>
            <a:ext cx="1681166"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8" name="文本占位符 3">
            <a:extLst>
              <a:ext uri="{FF2B5EF4-FFF2-40B4-BE49-F238E27FC236}">
                <a16:creationId xmlns:a16="http://schemas.microsoft.com/office/drawing/2014/main" id="{7B95B628-056E-C711-22CE-22889CAF2DE3}"/>
              </a:ext>
            </a:extLst>
          </p:cNvPr>
          <p:cNvSpPr>
            <a:spLocks noGrp="1"/>
          </p:cNvSpPr>
          <p:nvPr>
            <p:ph type="body" sz="quarter" idx="18"/>
          </p:nvPr>
        </p:nvSpPr>
        <p:spPr>
          <a:xfrm>
            <a:off x="6736382" y="2879421"/>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9" name="文本占位符 3">
            <a:extLst>
              <a:ext uri="{FF2B5EF4-FFF2-40B4-BE49-F238E27FC236}">
                <a16:creationId xmlns:a16="http://schemas.microsoft.com/office/drawing/2014/main" id="{DC5AC5FA-4268-AD59-C2DC-32B61C99B5A1}"/>
              </a:ext>
            </a:extLst>
          </p:cNvPr>
          <p:cNvSpPr>
            <a:spLocks noGrp="1"/>
          </p:cNvSpPr>
          <p:nvPr>
            <p:ph type="body" sz="quarter" idx="19"/>
          </p:nvPr>
        </p:nvSpPr>
        <p:spPr>
          <a:xfrm>
            <a:off x="4846641" y="3720161"/>
            <a:ext cx="1691034"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0" name="文本占位符 3">
            <a:extLst>
              <a:ext uri="{FF2B5EF4-FFF2-40B4-BE49-F238E27FC236}">
                <a16:creationId xmlns:a16="http://schemas.microsoft.com/office/drawing/2014/main" id="{54C24EDF-3756-22D9-0053-657C102103C6}"/>
              </a:ext>
            </a:extLst>
          </p:cNvPr>
          <p:cNvSpPr>
            <a:spLocks noGrp="1"/>
          </p:cNvSpPr>
          <p:nvPr>
            <p:ph type="body" sz="quarter" idx="20"/>
          </p:nvPr>
        </p:nvSpPr>
        <p:spPr>
          <a:xfrm>
            <a:off x="6725245" y="3704323"/>
            <a:ext cx="1645670"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1" name="文本占位符 3">
            <a:extLst>
              <a:ext uri="{FF2B5EF4-FFF2-40B4-BE49-F238E27FC236}">
                <a16:creationId xmlns:a16="http://schemas.microsoft.com/office/drawing/2014/main" id="{768D25F9-6523-0204-E136-5A7B8A83434F}"/>
              </a:ext>
            </a:extLst>
          </p:cNvPr>
          <p:cNvSpPr>
            <a:spLocks noGrp="1"/>
          </p:cNvSpPr>
          <p:nvPr>
            <p:ph type="body" sz="quarter" idx="21"/>
          </p:nvPr>
        </p:nvSpPr>
        <p:spPr>
          <a:xfrm>
            <a:off x="6736380" y="4591428"/>
            <a:ext cx="1623397"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6" name="文本框 5">
            <a:extLst>
              <a:ext uri="{FF2B5EF4-FFF2-40B4-BE49-F238E27FC236}">
                <a16:creationId xmlns:a16="http://schemas.microsoft.com/office/drawing/2014/main" id="{30DE8E4D-FCCA-A0D0-B003-BFEB74F52D4B}"/>
              </a:ext>
            </a:extLst>
          </p:cNvPr>
          <p:cNvSpPr txBox="1"/>
          <p:nvPr userDrawn="1"/>
        </p:nvSpPr>
        <p:spPr>
          <a:xfrm>
            <a:off x="5140712" y="2330605"/>
            <a:ext cx="0" cy="0"/>
          </a:xfrm>
          <a:prstGeom prst="rect">
            <a:avLst/>
          </a:prstGeom>
          <a:noFill/>
        </p:spPr>
        <p:txBody>
          <a:bodyPr wrap="none" lIns="0" tIns="0" rIns="0" bIns="0" rtlCol="0">
            <a:noAutofit/>
          </a:bodyPr>
          <a:lstStyle/>
          <a:p>
            <a:endParaRPr kumimoji="1" lang="zh-CN" altLang="en-US" dirty="0"/>
          </a:p>
        </p:txBody>
      </p:sp>
      <p:sp>
        <p:nvSpPr>
          <p:cNvPr id="10" name="文本占位符 3">
            <a:extLst>
              <a:ext uri="{FF2B5EF4-FFF2-40B4-BE49-F238E27FC236}">
                <a16:creationId xmlns:a16="http://schemas.microsoft.com/office/drawing/2014/main" id="{5C9BEE46-8459-A805-95E3-EB5A940E45D0}"/>
              </a:ext>
            </a:extLst>
          </p:cNvPr>
          <p:cNvSpPr>
            <a:spLocks noGrp="1"/>
          </p:cNvSpPr>
          <p:nvPr>
            <p:ph type="body" sz="quarter" idx="22"/>
          </p:nvPr>
        </p:nvSpPr>
        <p:spPr>
          <a:xfrm>
            <a:off x="6748433" y="2119138"/>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Tree>
    <p:extLst>
      <p:ext uri="{BB962C8B-B14F-4D97-AF65-F5344CB8AC3E}">
        <p14:creationId xmlns:p14="http://schemas.microsoft.com/office/powerpoint/2010/main" val="364279087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288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able of Contents" preserve="1" userDrawn="1">
  <p:cSld name="eng">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9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BD0064B7-B0D8-4B3B-BDCF-66C67B4BB4A1}"/>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513069281"/>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able of Contents" preserve="1" userDrawn="1">
  <p:cSld name="cn">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12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BD0064B7-B0D8-4B3B-BDCF-66C67B4BB4A1}"/>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22916803"/>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arge 1x1 Full Height">
    <p:spTree>
      <p:nvGrpSpPr>
        <p:cNvPr id="1" name=""/>
        <p:cNvGrpSpPr/>
        <p:nvPr/>
      </p:nvGrpSpPr>
      <p:grpSpPr>
        <a:xfrm>
          <a:off x="0" y="0"/>
          <a:ext cx="0" cy="0"/>
          <a:chOff x="0" y="0"/>
          <a:chExt cx="0" cy="0"/>
        </a:xfrm>
      </p:grpSpPr>
      <p:sp>
        <p:nvSpPr>
          <p:cNvPr id="14" name="LAYOUT SOURCE"/>
          <p:cNvSpPr>
            <a:spLocks noGrp="1"/>
          </p:cNvSpPr>
          <p:nvPr>
            <p:ph type="body" idx="15" hasCustomPrompt="1"/>
            <p:custDataLst>
              <p:tags r:id="rId1"/>
            </p:custDataLst>
          </p:nvPr>
        </p:nvSpPr>
        <p:spPr>
          <a:xfrm>
            <a:off x="382385" y="5785140"/>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2"/>
            </p:custDataLst>
          </p:nvPr>
        </p:nvSpPr>
        <p:spPr>
          <a:xfrm>
            <a:off x="382385" y="1687485"/>
            <a:ext cx="8354291" cy="4006735"/>
          </a:xfrm>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华文细黑" panose="02010600040101010101" pitchFamily="2" charset="-122"/>
                <a:ea typeface="华文细黑" panose="02010600040101010101" pitchFamily="2" charset="-122"/>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defTabSz="831281">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3"/>
            </p:custDataLst>
          </p:nvPr>
        </p:nvSpPr>
        <p:spPr>
          <a:xfrm>
            <a:off x="382385" y="1244873"/>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Click to edit Master title style</a:t>
            </a:r>
            <a:endParaRPr lang="zh-CN" altLang="en-US" dirty="0"/>
          </a:p>
        </p:txBody>
      </p:sp>
      <p:sp>
        <p:nvSpPr>
          <p:cNvPr id="10" name="DOCUMENT ID" hidden="1"/>
          <p:cNvSpPr txBox="1"/>
          <p:nvPr userDrawn="1">
            <p:custDataLst>
              <p:tags r:id="rId5"/>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6"/>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12" name="图片 11">
            <a:extLst>
              <a:ext uri="{FF2B5EF4-FFF2-40B4-BE49-F238E27FC236}">
                <a16:creationId xmlns:a16="http://schemas.microsoft.com/office/drawing/2014/main" id="{2CE96D72-E00A-4958-9743-AB747035BC66}"/>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4" name="灯片编号占位符 5">
            <a:extLst>
              <a:ext uri="{FF2B5EF4-FFF2-40B4-BE49-F238E27FC236}">
                <a16:creationId xmlns:a16="http://schemas.microsoft.com/office/drawing/2014/main" id="{11D51D51-FECB-7BF3-0334-F80FC4E20690}"/>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29268185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arge 1x1">
    <p:spTree>
      <p:nvGrpSpPr>
        <p:cNvPr id="1" name=""/>
        <p:cNvGrpSpPr/>
        <p:nvPr/>
      </p:nvGrpSpPr>
      <p:grpSpPr>
        <a:xfrm>
          <a:off x="0" y="0"/>
          <a:ext cx="0" cy="0"/>
          <a:chOff x="0" y="0"/>
          <a:chExt cx="0" cy="0"/>
        </a:xfrm>
      </p:grpSpPr>
      <p:sp>
        <p:nvSpPr>
          <p:cNvPr id="12" name="LAYOUT SOURCE"/>
          <p:cNvSpPr>
            <a:spLocks noGrp="1"/>
          </p:cNvSpPr>
          <p:nvPr>
            <p:ph type="body" idx="17" hasCustomPrompt="1"/>
            <p:custDataLst>
              <p:tags r:id="rId1"/>
            </p:custDataLst>
          </p:nvPr>
        </p:nvSpPr>
        <p:spPr>
          <a:xfrm>
            <a:off x="382385" y="5758522"/>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11" name="LAYOUT BODY"/>
          <p:cNvSpPr>
            <a:spLocks noGrp="1"/>
          </p:cNvSpPr>
          <p:nvPr>
            <p:ph idx="16" hasCustomPrompt="1"/>
            <p:custDataLst>
              <p:tags r:id="rId2"/>
            </p:custDataLst>
          </p:nvPr>
        </p:nvSpPr>
        <p:spPr>
          <a:xfrm>
            <a:off x="382385" y="4010785"/>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mn-lt"/>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3" name="LAYOUT HEADER"/>
          <p:cNvSpPr>
            <a:spLocks noGrp="1"/>
          </p:cNvSpPr>
          <p:nvPr>
            <p:ph type="body" idx="18" hasCustomPrompt="1"/>
            <p:custDataLst>
              <p:tags r:id="rId3"/>
            </p:custDataLst>
          </p:nvPr>
        </p:nvSpPr>
        <p:spPr>
          <a:xfrm>
            <a:off x="382385" y="3685663"/>
            <a:ext cx="8354291" cy="323273"/>
          </a:xfrm>
          <a:noFill/>
        </p:spPr>
        <p:txBody>
          <a:bodyPr lIns="0" tIns="0" rIns="0" bIns="36564" anchor="t" anchorCtr="0">
            <a:noAutofit/>
          </a:bodyPr>
          <a:lstStyle>
            <a:lvl1pPr marL="0" indent="0">
              <a:buNone/>
              <a:defRPr lang="en-US" altLang="zh-CN" sz="1600" b="1" kern="1200" baseline="0" dirty="0">
                <a:solidFill>
                  <a:schemeClr val="tx1"/>
                </a:solidFill>
                <a:latin typeface="华文细黑" panose="02010600040101010101" pitchFamily="2" charset="-122"/>
                <a:ea typeface="华文细黑" panose="02010600040101010101" pitchFamily="2" charset="-122"/>
                <a:cs typeface="+mn-cs"/>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lvl="0" indent="0" algn="l" defTabSz="913832" rtl="0" eaLnBrk="1" fontAlgn="ctr" latinLnBrk="0" hangingPunct="1">
              <a:spcBef>
                <a:spcPts val="1273"/>
              </a:spcBef>
              <a:buClr>
                <a:schemeClr val="tx2"/>
              </a:buClr>
              <a:buSzPct val="50000"/>
              <a:buFont typeface="Wingdings" panose="05000000000000000000" pitchFamily="2" charset="2"/>
              <a:buNone/>
            </a:pPr>
            <a:r>
              <a:rPr lang="en-US" altLang="zh-CN" dirty="0"/>
              <a:t>&lt;&lt;Layout heading&gt;&gt;</a:t>
            </a:r>
          </a:p>
        </p:txBody>
      </p:sp>
      <p:sp>
        <p:nvSpPr>
          <p:cNvPr id="14" name="LAYOUT SOURCE"/>
          <p:cNvSpPr>
            <a:spLocks noGrp="1"/>
          </p:cNvSpPr>
          <p:nvPr>
            <p:ph type="body" idx="15" hasCustomPrompt="1"/>
            <p:custDataLst>
              <p:tags r:id="rId4"/>
            </p:custDataLst>
          </p:nvPr>
        </p:nvSpPr>
        <p:spPr>
          <a:xfrm>
            <a:off x="382385" y="3358346"/>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5"/>
            </p:custDataLst>
          </p:nvPr>
        </p:nvSpPr>
        <p:spPr>
          <a:xfrm>
            <a:off x="382385" y="1687486"/>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6"/>
            </p:custDataLst>
          </p:nvPr>
        </p:nvSpPr>
        <p:spPr>
          <a:xfrm>
            <a:off x="382385" y="1362364"/>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7"/>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0" name="DOCUMENT ID" hidden="1"/>
          <p:cNvSpPr txBox="1"/>
          <p:nvPr userDrawn="1">
            <p:custDataLst>
              <p:tags r:id="rId8"/>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9"/>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16" name="图片 15">
            <a:extLst>
              <a:ext uri="{FF2B5EF4-FFF2-40B4-BE49-F238E27FC236}">
                <a16:creationId xmlns:a16="http://schemas.microsoft.com/office/drawing/2014/main" id="{F115B0EE-7AD8-4436-8D83-79D95C7C40B0}"/>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文本框 4">
            <a:extLst>
              <a:ext uri="{FF2B5EF4-FFF2-40B4-BE49-F238E27FC236}">
                <a16:creationId xmlns:a16="http://schemas.microsoft.com/office/drawing/2014/main" id="{67D795A6-94EF-E1C2-C14A-7C1FFC0BB025}"/>
              </a:ext>
            </a:extLst>
          </p:cNvPr>
          <p:cNvSpPr txBox="1"/>
          <p:nvPr userDrawn="1"/>
        </p:nvSpPr>
        <p:spPr>
          <a:xfrm>
            <a:off x="7021584" y="651290"/>
            <a:ext cx="1803761" cy="277320"/>
          </a:xfrm>
          <a:prstGeom prst="rect">
            <a:avLst/>
          </a:prstGeom>
          <a:noFill/>
        </p:spPr>
        <p:txBody>
          <a:bodyPr wrap="square" rtlCol="0">
            <a:spAutoFit/>
          </a:bodyPr>
          <a:lstStyle/>
          <a:p>
            <a:pPr algn="r">
              <a:lnSpc>
                <a:spcPct val="120000"/>
              </a:lnSpc>
            </a:pPr>
            <a:r>
              <a:rPr lang="en-US" altLang="zh-CN" sz="1100" b="0" dirty="0">
                <a:solidFill>
                  <a:schemeClr val="tx1"/>
                </a:solidFill>
                <a:latin typeface="华文细黑" panose="02010600040101010101" pitchFamily="2" charset="-122"/>
                <a:ea typeface="华文细黑" panose="02010600040101010101" pitchFamily="2" charset="-122"/>
              </a:rPr>
              <a:t>Simply Light Up Wealth</a:t>
            </a:r>
            <a:endParaRPr lang="zh-CN" altLang="en-US" sz="1100" b="0" dirty="0">
              <a:solidFill>
                <a:schemeClr val="tx1"/>
              </a:solidFill>
              <a:latin typeface="华文细黑" panose="02010600040101010101" pitchFamily="2" charset="-122"/>
              <a:ea typeface="华文细黑" panose="02010600040101010101" pitchFamily="2" charset="-122"/>
            </a:endParaRPr>
          </a:p>
        </p:txBody>
      </p:sp>
      <p:sp>
        <p:nvSpPr>
          <p:cNvPr id="4" name="灯片编号占位符 5">
            <a:extLst>
              <a:ext uri="{FF2B5EF4-FFF2-40B4-BE49-F238E27FC236}">
                <a16:creationId xmlns:a16="http://schemas.microsoft.com/office/drawing/2014/main" id="{D839648D-1931-B81E-2DB5-A437B86545C5}"/>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24886287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arge 2x1 Full Height">
    <p:spTree>
      <p:nvGrpSpPr>
        <p:cNvPr id="1" name=""/>
        <p:cNvGrpSpPr/>
        <p:nvPr/>
      </p:nvGrpSpPr>
      <p:grpSpPr>
        <a:xfrm>
          <a:off x="0" y="0"/>
          <a:ext cx="0" cy="0"/>
          <a:chOff x="0" y="0"/>
          <a:chExt cx="0" cy="0"/>
        </a:xfrm>
      </p:grpSpPr>
      <p:sp>
        <p:nvSpPr>
          <p:cNvPr id="12" name="LAYOUT SOURCE"/>
          <p:cNvSpPr>
            <a:spLocks noGrp="1"/>
          </p:cNvSpPr>
          <p:nvPr>
            <p:ph type="body" idx="18" hasCustomPrompt="1"/>
            <p:custDataLst>
              <p:tags r:id="rId1"/>
            </p:custDataLst>
          </p:nvPr>
        </p:nvSpPr>
        <p:spPr>
          <a:xfrm>
            <a:off x="4688378" y="5758469"/>
            <a:ext cx="4031673"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22" name="LAYOUT HEADER"/>
          <p:cNvSpPr>
            <a:spLocks noGrp="1"/>
          </p:cNvSpPr>
          <p:nvPr>
            <p:ph type="body" idx="19" hasCustomPrompt="1"/>
            <p:custDataLst>
              <p:tags r:id="rId2"/>
            </p:custDataLst>
          </p:nvPr>
        </p:nvSpPr>
        <p:spPr>
          <a:xfrm>
            <a:off x="4688378"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sp>
        <p:nvSpPr>
          <p:cNvPr id="14" name="LAYOUT SOURCE"/>
          <p:cNvSpPr>
            <a:spLocks noGrp="1"/>
          </p:cNvSpPr>
          <p:nvPr>
            <p:ph type="body" idx="15" hasCustomPrompt="1"/>
            <p:custDataLst>
              <p:tags r:id="rId3"/>
            </p:custDataLst>
          </p:nvPr>
        </p:nvSpPr>
        <p:spPr>
          <a:xfrm>
            <a:off x="382385" y="5758469"/>
            <a:ext cx="4031673" cy="174567"/>
          </a:xfrm>
          <a:noFill/>
        </p:spPr>
        <p:txBody>
          <a:bodyPr lIns="0" tIns="54846" rIns="0" bIns="0" anchor="b">
            <a:noAutofit/>
          </a:bodyPr>
          <a:lstStyle>
            <a:lvl1pPr marL="0" marR="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marR="0" lvl="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a:pPr>
            <a:r>
              <a:rPr lang="en-US" altLang="zh-CN" dirty="0"/>
              <a:t>Source:</a:t>
            </a:r>
            <a:endParaRPr lang="zh-CN" altLang="en-US" dirty="0"/>
          </a:p>
        </p:txBody>
      </p:sp>
      <p:sp>
        <p:nvSpPr>
          <p:cNvPr id="21" name="LAYOUT HEADER"/>
          <p:cNvSpPr>
            <a:spLocks noGrp="1"/>
          </p:cNvSpPr>
          <p:nvPr>
            <p:ph type="body" idx="14" hasCustomPrompt="1"/>
            <p:custDataLst>
              <p:tags r:id="rId4"/>
            </p:custDataLst>
          </p:nvPr>
        </p:nvSpPr>
        <p:spPr>
          <a:xfrm>
            <a:off x="382385"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9"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PAGE HEADING"/>
          <p:cNvSpPr>
            <a:spLocks noGrp="1"/>
          </p:cNvSpPr>
          <p:nvPr>
            <p:ph type="title" hasCustomPrompt="1"/>
            <p:custDataLst>
              <p:tags r:id="rId5"/>
            </p:custDataLst>
          </p:nvPr>
        </p:nvSpPr>
        <p:spPr>
          <a:xfrm>
            <a:off x="382385" y="3"/>
            <a:ext cx="8354291" cy="856211"/>
          </a:xfrm>
        </p:spPr>
        <p:txBody>
          <a:bodyPr vert="horz" lIns="0" tIns="0" rIns="0" bIns="0" rtlCol="0" anchor="b" anchorCtr="0">
            <a:normAutofit/>
          </a:bodyPr>
          <a:lstStyle>
            <a:lvl1pPr>
              <a:lnSpc>
                <a:spcPts val="2909"/>
              </a:lnSpc>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3" name="DOCUMENT ID" hidden="1"/>
          <p:cNvSpPr txBox="1"/>
          <p:nvPr userDrawn="1">
            <p:custDataLst>
              <p:tags r:id="rId6"/>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7"/>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16" name="图片 15">
            <a:extLst>
              <a:ext uri="{FF2B5EF4-FFF2-40B4-BE49-F238E27FC236}">
                <a16:creationId xmlns:a16="http://schemas.microsoft.com/office/drawing/2014/main" id="{C1F4BB96-DF46-470B-94FA-1BC2E69041BC}"/>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23" name="LAYOUT BODY">
            <a:extLst>
              <a:ext uri="{FF2B5EF4-FFF2-40B4-BE49-F238E27FC236}">
                <a16:creationId xmlns:a16="http://schemas.microsoft.com/office/drawing/2014/main" id="{CDA50667-4CAA-4AD8-B4C3-C14ECC32B3BA}"/>
              </a:ext>
            </a:extLst>
          </p:cNvPr>
          <p:cNvSpPr>
            <a:spLocks noGrp="1"/>
          </p:cNvSpPr>
          <p:nvPr>
            <p:ph idx="1" hasCustomPrompt="1"/>
            <p:custDataLst>
              <p:tags r:id="rId8"/>
            </p:custDataLst>
          </p:nvPr>
        </p:nvSpPr>
        <p:spPr>
          <a:xfrm>
            <a:off x="382385"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24" name="LAYOUT BODY">
            <a:extLst>
              <a:ext uri="{FF2B5EF4-FFF2-40B4-BE49-F238E27FC236}">
                <a16:creationId xmlns:a16="http://schemas.microsoft.com/office/drawing/2014/main" id="{BE2254A9-CF00-4063-97CE-F93CF29D3C80}"/>
              </a:ext>
            </a:extLst>
          </p:cNvPr>
          <p:cNvSpPr>
            <a:spLocks noGrp="1"/>
          </p:cNvSpPr>
          <p:nvPr>
            <p:ph idx="20" hasCustomPrompt="1"/>
            <p:custDataLst>
              <p:tags r:id="rId9"/>
            </p:custDataLst>
          </p:nvPr>
        </p:nvSpPr>
        <p:spPr>
          <a:xfrm>
            <a:off x="4688377"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4" name="灯片编号占位符 5">
            <a:extLst>
              <a:ext uri="{FF2B5EF4-FFF2-40B4-BE49-F238E27FC236}">
                <a16:creationId xmlns:a16="http://schemas.microsoft.com/office/drawing/2014/main" id="{3918FA7F-092F-2BA0-EFCB-383B15C59674}"/>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20476980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标题幻灯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9834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able of Contents" userDrawn="1">
  <p:cSld name="content">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pic>
        <p:nvPicPr>
          <p:cNvPr id="5" name="Picture 9">
            <a:extLst>
              <a:ext uri="{FF2B5EF4-FFF2-40B4-BE49-F238E27FC236}">
                <a16:creationId xmlns:a16="http://schemas.microsoft.com/office/drawing/2014/main" id="{4EEBF0D8-0352-0152-A396-9F58023E2E18}"/>
              </a:ext>
            </a:extLst>
          </p:cNvPr>
          <p:cNvPicPr>
            <a:picLocks noChangeAspect="1"/>
          </p:cNvPicPr>
          <p:nvPr userDrawn="1">
            <p:custDataLst>
              <p:tags r:id="rId3"/>
            </p:custDataLst>
          </p:nvPr>
        </p:nvPicPr>
        <p:blipFill>
          <a:blip r:embed="rId6" cstate="print">
            <a:extLst>
              <a:ext uri="{28A0092B-C50C-407E-A947-70E740481C1C}">
                <a14:useLocalDpi xmlns:a14="http://schemas.microsoft.com/office/drawing/2010/main" val="0"/>
              </a:ext>
            </a:extLst>
          </a:blip>
          <a:srcRect/>
          <a:stretch/>
        </p:blipFill>
        <p:spPr>
          <a:xfrm>
            <a:off x="382386" y="6316373"/>
            <a:ext cx="1094450" cy="327274"/>
          </a:xfrm>
          <a:prstGeom prst="rect">
            <a:avLst/>
          </a:prstGeom>
        </p:spPr>
      </p:pic>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2" name="文本框 1">
            <a:extLst>
              <a:ext uri="{FF2B5EF4-FFF2-40B4-BE49-F238E27FC236}">
                <a16:creationId xmlns:a16="http://schemas.microsoft.com/office/drawing/2014/main" id="{F67A1869-FC5D-3055-5657-FE2EC80EF09F}"/>
              </a:ext>
            </a:extLst>
          </p:cNvPr>
          <p:cNvSpPr txBox="1"/>
          <p:nvPr userDrawn="1"/>
        </p:nvSpPr>
        <p:spPr>
          <a:xfrm>
            <a:off x="381577" y="1170878"/>
            <a:ext cx="8363412" cy="1572322"/>
          </a:xfrm>
          <a:prstGeom prst="rect">
            <a:avLst/>
          </a:prstGeom>
          <a:noFill/>
        </p:spPr>
        <p:txBody>
          <a:bodyPr wrap="square" lIns="0" tIns="0" rIns="0" bIns="0" rtlCol="0">
            <a:noAutofit/>
          </a:bodyPr>
          <a:lstStyle/>
          <a:p>
            <a:pPr marL="285750" indent="-285750">
              <a:buFont typeface="Wingdings" pitchFamily="2" charset="2"/>
              <a:buChar char="l"/>
            </a:pPr>
            <a:endParaRPr kumimoji="1" lang="zh-CN" altLang="en-US" dirty="0"/>
          </a:p>
        </p:txBody>
      </p:sp>
      <p:sp>
        <p:nvSpPr>
          <p:cNvPr id="10" name="文本框 9">
            <a:extLst>
              <a:ext uri="{FF2B5EF4-FFF2-40B4-BE49-F238E27FC236}">
                <a16:creationId xmlns:a16="http://schemas.microsoft.com/office/drawing/2014/main" id="{C57BEDA0-56BC-799D-2F93-A22A3D2F7E33}"/>
              </a:ext>
            </a:extLst>
          </p:cNvPr>
          <p:cNvSpPr txBox="1"/>
          <p:nvPr userDrawn="1"/>
        </p:nvSpPr>
        <p:spPr>
          <a:xfrm>
            <a:off x="390293" y="1170878"/>
            <a:ext cx="8486287" cy="1828800"/>
          </a:xfrm>
          <a:prstGeom prst="rect">
            <a:avLst/>
          </a:prstGeom>
          <a:noFill/>
        </p:spPr>
        <p:txBody>
          <a:bodyPr wrap="square" lIns="0" tIns="0" rIns="0" bIns="0" rtlCol="0">
            <a:noAutofit/>
          </a:bodyPr>
          <a:lstStyle/>
          <a:p>
            <a:pPr marL="285750" indent="-285750">
              <a:buClr>
                <a:schemeClr val="tx2"/>
              </a:buClr>
              <a:buSzPct val="50000"/>
              <a:buFont typeface="Wingdings" pitchFamily="2" charset="2"/>
              <a:buChar char="l"/>
            </a:pPr>
            <a:endParaRPr kumimoji="1" lang="zh-CN" altLang="en-US" dirty="0"/>
          </a:p>
        </p:txBody>
      </p:sp>
      <p:sp>
        <p:nvSpPr>
          <p:cNvPr id="14" name="文本占位符 13">
            <a:extLst>
              <a:ext uri="{FF2B5EF4-FFF2-40B4-BE49-F238E27FC236}">
                <a16:creationId xmlns:a16="http://schemas.microsoft.com/office/drawing/2014/main" id="{08C03F82-EAFA-5CCB-8772-986124275870}"/>
              </a:ext>
            </a:extLst>
          </p:cNvPr>
          <p:cNvSpPr>
            <a:spLocks noGrp="1"/>
          </p:cNvSpPr>
          <p:nvPr>
            <p:ph type="body" sz="quarter" idx="10"/>
          </p:nvPr>
        </p:nvSpPr>
        <p:spPr>
          <a:xfrm>
            <a:off x="390294" y="1098904"/>
            <a:ext cx="8363181" cy="1828800"/>
          </a:xfrm>
        </p:spPr>
        <p:txBody>
          <a:bodyPr/>
          <a:lstStyle>
            <a:lvl1pPr algn="just">
              <a:defRPr/>
            </a:lvl1pPr>
            <a:lvl2pPr algn="just">
              <a:defRPr/>
            </a:lvl2pPr>
            <a:lvl3pPr algn="just">
              <a:defRPr/>
            </a:lvl3pPr>
            <a:lvl4pPr algn="just">
              <a:defRPr/>
            </a:lvl4pPr>
            <a:lvl5pPr algn="just">
              <a:defRPr/>
            </a:lvl5pPr>
          </a:lstStyle>
          <a:p>
            <a:pPr lvl="0"/>
            <a:r>
              <a:rPr kumimoji="1" lang="zh-CN" altLang="en-US" dirty="0"/>
              <a:t>单击此处编辑母版文本样式</a:t>
            </a:r>
          </a:p>
          <a:p>
            <a:pPr lvl="1"/>
            <a:r>
              <a:rPr kumimoji="1" lang="zh-CN" altLang="en-US" dirty="0"/>
              <a:t>二级</a:t>
            </a:r>
          </a:p>
          <a:p>
            <a:pPr lvl="2"/>
            <a:r>
              <a:rPr kumimoji="1" lang="zh-CN" altLang="en-US" dirty="0"/>
              <a:t>三级</a:t>
            </a:r>
          </a:p>
          <a:p>
            <a:pPr lvl="3"/>
            <a:r>
              <a:rPr kumimoji="1" lang="zh-CN" altLang="en-US" dirty="0"/>
              <a:t>四级</a:t>
            </a:r>
          </a:p>
          <a:p>
            <a:pPr lvl="4"/>
            <a:r>
              <a:rPr kumimoji="1" lang="zh-CN" altLang="en-US" dirty="0"/>
              <a:t>五级</a:t>
            </a:r>
          </a:p>
        </p:txBody>
      </p:sp>
      <p:sp>
        <p:nvSpPr>
          <p:cNvPr id="17" name="Picture Placeholder 16">
            <a:extLst>
              <a:ext uri="{FF2B5EF4-FFF2-40B4-BE49-F238E27FC236}">
                <a16:creationId xmlns:a16="http://schemas.microsoft.com/office/drawing/2014/main" id="{17602F14-85EC-C132-CEBC-9946B660CE36}"/>
              </a:ext>
            </a:extLst>
          </p:cNvPr>
          <p:cNvSpPr>
            <a:spLocks noGrp="1"/>
          </p:cNvSpPr>
          <p:nvPr>
            <p:ph type="pic" sz="quarter" idx="11"/>
          </p:nvPr>
        </p:nvSpPr>
        <p:spPr>
          <a:xfrm>
            <a:off x="390525" y="3328988"/>
            <a:ext cx="8362950" cy="2803525"/>
          </a:xfrm>
          <a:prstGeom prst="trapezoid">
            <a:avLst>
              <a:gd name="adj" fmla="val 0"/>
            </a:avLst>
          </a:prstGeom>
        </p:spPr>
        <p:txBody>
          <a:bodyPr/>
          <a:lstStyle/>
          <a:p>
            <a:endParaRPr lang="en-HK"/>
          </a:p>
        </p:txBody>
      </p:sp>
    </p:spTree>
    <p:extLst>
      <p:ext uri="{BB962C8B-B14F-4D97-AF65-F5344CB8AC3E}">
        <p14:creationId xmlns:p14="http://schemas.microsoft.com/office/powerpoint/2010/main" val="31970597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of Contents" preserve="1" userDrawn="1">
  <p:cSld name="1_image">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pic>
        <p:nvPicPr>
          <p:cNvPr id="5" name="Picture 9">
            <a:extLst>
              <a:ext uri="{FF2B5EF4-FFF2-40B4-BE49-F238E27FC236}">
                <a16:creationId xmlns:a16="http://schemas.microsoft.com/office/drawing/2014/main" id="{4EEBF0D8-0352-0152-A396-9F58023E2E18}"/>
              </a:ext>
            </a:extLst>
          </p:cNvPr>
          <p:cNvPicPr>
            <a:picLocks noChangeAspect="1"/>
          </p:cNvPicPr>
          <p:nvPr userDrawn="1">
            <p:custDataLst>
              <p:tags r:id="rId3"/>
            </p:custDataLst>
          </p:nvPr>
        </p:nvPicPr>
        <p:blipFill>
          <a:blip r:embed="rId6" cstate="print">
            <a:extLst>
              <a:ext uri="{28A0092B-C50C-407E-A947-70E740481C1C}">
                <a14:useLocalDpi xmlns:a14="http://schemas.microsoft.com/office/drawing/2010/main" val="0"/>
              </a:ext>
            </a:extLst>
          </a:blip>
          <a:srcRect/>
          <a:stretch/>
        </p:blipFill>
        <p:spPr>
          <a:xfrm>
            <a:off x="382386" y="6316373"/>
            <a:ext cx="1094450" cy="327274"/>
          </a:xfrm>
          <a:prstGeom prst="rect">
            <a:avLst/>
          </a:prstGeom>
        </p:spPr>
      </p:pic>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10" name="图片占位符 9">
            <a:extLst>
              <a:ext uri="{FF2B5EF4-FFF2-40B4-BE49-F238E27FC236}">
                <a16:creationId xmlns:a16="http://schemas.microsoft.com/office/drawing/2014/main" id="{27685B99-CA18-4881-6E6C-211FDF2DB361}"/>
              </a:ext>
            </a:extLst>
          </p:cNvPr>
          <p:cNvSpPr>
            <a:spLocks noGrp="1"/>
          </p:cNvSpPr>
          <p:nvPr>
            <p:ph type="pic" sz="quarter" idx="10"/>
          </p:nvPr>
        </p:nvSpPr>
        <p:spPr>
          <a:xfrm>
            <a:off x="381000" y="1182688"/>
            <a:ext cx="8364538" cy="5051425"/>
          </a:xfrm>
        </p:spPr>
        <p:txBody>
          <a:bodyPr/>
          <a:lstStyle/>
          <a:p>
            <a:endParaRPr kumimoji="1" lang="zh-CN" altLang="en-US"/>
          </a:p>
        </p:txBody>
      </p:sp>
    </p:spTree>
    <p:extLst>
      <p:ext uri="{BB962C8B-B14F-4D97-AF65-F5344CB8AC3E}">
        <p14:creationId xmlns:p14="http://schemas.microsoft.com/office/powerpoint/2010/main" val="20820465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 Placeholder"/>
          <p:cNvSpPr>
            <a:spLocks noGrp="1"/>
          </p:cNvSpPr>
          <p:nvPr>
            <p:ph type="body" idx="1"/>
          </p:nvPr>
        </p:nvSpPr>
        <p:spPr>
          <a:xfrm>
            <a:off x="382385" y="1687484"/>
            <a:ext cx="8354291" cy="4330931"/>
          </a:xfrm>
          <a:prstGeom prst="rect">
            <a:avLst/>
          </a:prstGeom>
        </p:spPr>
        <p:txBody>
          <a:bodyPr vert="horz" lIns="0" tIns="0" rIns="0" bIns="0" rtlCol="0">
            <a:noAutofit/>
          </a:bodyPr>
          <a:lstStyle/>
          <a:p>
            <a:pPr lvl="0"/>
            <a:r>
              <a:rPr lang="en-US" dirty="0"/>
              <a:t>Click to edit Master text styles</a:t>
            </a:r>
          </a:p>
          <a:p>
            <a:pPr lvl="1"/>
            <a:r>
              <a:rPr lang="en-US" dirty="0"/>
              <a:t>Second level</a:t>
            </a:r>
          </a:p>
          <a:p>
            <a:pPr lvl="1"/>
            <a:r>
              <a:rPr lang="en-US" dirty="0"/>
              <a:t>Third level</a:t>
            </a:r>
          </a:p>
        </p:txBody>
      </p:sp>
      <p:sp>
        <p:nvSpPr>
          <p:cNvPr id="2" name="Title Placeholder"/>
          <p:cNvSpPr>
            <a:spLocks noGrp="1"/>
          </p:cNvSpPr>
          <p:nvPr>
            <p:ph type="title"/>
          </p:nvPr>
        </p:nvSpPr>
        <p:spPr>
          <a:xfrm>
            <a:off x="382385" y="0"/>
            <a:ext cx="8354291" cy="856211"/>
          </a:xfrm>
          <a:prstGeom prst="rect">
            <a:avLst/>
          </a:prstGeom>
        </p:spPr>
        <p:txBody>
          <a:bodyPr vert="horz" lIns="0" tIns="0" rIns="0" bIns="0" rtlCol="0" anchor="b" anchorCtr="0">
            <a:normAutofit/>
          </a:bodyPr>
          <a:lstStyle/>
          <a:p>
            <a:r>
              <a:rPr lang="en-US" dirty="0"/>
              <a:t>Click to edit Master title style</a:t>
            </a:r>
          </a:p>
        </p:txBody>
      </p:sp>
    </p:spTree>
    <p:extLst>
      <p:ext uri="{BB962C8B-B14F-4D97-AF65-F5344CB8AC3E}">
        <p14:creationId xmlns:p14="http://schemas.microsoft.com/office/powerpoint/2010/main" val="209267083"/>
      </p:ext>
    </p:extLst>
  </p:cSld>
  <p:clrMap bg1="lt1" tx1="dk1" bg2="lt2" tx2="dk2" accent1="accent1" accent2="accent2" accent3="accent3" accent4="accent4" accent5="accent5" accent6="accent6" hlink="hlink" folHlink="folHlink"/>
  <p:sldLayoutIdLst>
    <p:sldLayoutId id="2147483700" r:id="rId1"/>
    <p:sldLayoutId id="2147483699" r:id="rId2"/>
    <p:sldLayoutId id="2147483701" r:id="rId3"/>
    <p:sldLayoutId id="2147483722" r:id="rId4"/>
    <p:sldLayoutId id="2147483723" r:id="rId5"/>
    <p:sldLayoutId id="2147483704" r:id="rId6"/>
    <p:sldLayoutId id="2147483705" r:id="rId7"/>
    <p:sldLayoutId id="2147483706" r:id="rId8"/>
    <p:sldLayoutId id="2147483719" r:id="rId9"/>
    <p:sldLayoutId id="2147483720" r:id="rId10"/>
    <p:sldLayoutId id="2147483721" r:id="rId11"/>
  </p:sldLayoutIdLst>
  <p:hf sldNum="0" hdr="0" ftr="0" dt="0"/>
  <p:txStyles>
    <p:titleStyle>
      <a:lvl1pPr algn="l" defTabSz="913832" rtl="0" eaLnBrk="1" latinLnBrk="0" hangingPunct="1">
        <a:lnSpc>
          <a:spcPts val="2909"/>
        </a:lnSpc>
        <a:spcBef>
          <a:spcPct val="0"/>
        </a:spcBef>
        <a:buNone/>
        <a:defRPr sz="2800" kern="1200">
          <a:solidFill>
            <a:schemeClr val="tx1"/>
          </a:solidFill>
          <a:latin typeface="华文细黑" panose="02010600040101010101" pitchFamily="2" charset="-122"/>
          <a:ea typeface="华文细黑" panose="02010600040101010101" pitchFamily="2" charset="-122"/>
          <a:cs typeface="+mj-cs"/>
        </a:defRPr>
      </a:lvl1pPr>
    </p:titleStyle>
    <p:bodyStyle>
      <a:lvl1pPr marL="285750" indent="-285750" algn="l" defTabSz="913832" rtl="0" eaLnBrk="1" fontAlgn="ctr" latinLnBrk="0" hangingPunct="1">
        <a:spcBef>
          <a:spcPts val="1273"/>
        </a:spcBef>
        <a:buClr>
          <a:schemeClr val="tx2"/>
        </a:buClr>
        <a:buSzPct val="50000"/>
        <a:buFont typeface="Wingdings" panose="05000000000000000000" pitchFamily="2" charset="2"/>
        <a:buChar char="l"/>
        <a:defRPr sz="1636" b="0" kern="1200">
          <a:solidFill>
            <a:schemeClr val="tx1"/>
          </a:solidFill>
          <a:latin typeface="华文细黑" panose="02010600040101010101" pitchFamily="2" charset="-122"/>
          <a:ea typeface="华文细黑" panose="02010600040101010101" pitchFamily="2" charset="-122"/>
          <a:cs typeface="+mn-cs"/>
        </a:defRPr>
      </a:lvl1pPr>
      <a:lvl2pPr marL="415641" indent="-202047" algn="l" defTabSz="913832" rtl="0" eaLnBrk="1" latinLnBrk="0" hangingPunct="1">
        <a:spcBef>
          <a:spcPts val="636"/>
        </a:spcBef>
        <a:buClr>
          <a:schemeClr val="tx1"/>
        </a:buClr>
        <a:buFont typeface="Arial" panose="020B0604020202020204" pitchFamily="34" charset="0"/>
        <a:buChar char="–"/>
        <a:defRPr sz="1455" kern="1200">
          <a:solidFill>
            <a:schemeClr val="tx1"/>
          </a:solidFill>
          <a:latin typeface="华文细黑" panose="02010600040101010101" pitchFamily="2" charset="-122"/>
          <a:ea typeface="华文细黑" panose="02010600040101010101" pitchFamily="2" charset="-122"/>
          <a:cs typeface="+mn-cs"/>
        </a:defRPr>
      </a:lvl2pPr>
      <a:lvl3pPr marL="415641" indent="0" algn="l" defTabSz="913832" rtl="0" eaLnBrk="1" latinLnBrk="0" hangingPunct="1">
        <a:spcBef>
          <a:spcPts val="636"/>
        </a:spcBef>
        <a:buClr>
          <a:schemeClr val="tx1"/>
        </a:buClr>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3pPr>
      <a:lvl4pPr marL="629234"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4pPr>
      <a:lvl5pPr marL="831281"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5pPr>
      <a:lvl6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6pPr>
      <a:lvl7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7pPr>
      <a:lvl8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8pPr>
      <a:lvl9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9pPr>
    </p:bodyStyle>
    <p:otherStyle>
      <a:defPPr>
        <a:defRPr lang="en-US"/>
      </a:defPPr>
      <a:lvl1pPr marL="0" algn="l" defTabSz="913832" rtl="0" eaLnBrk="1" latinLnBrk="0" hangingPunct="1">
        <a:defRPr sz="1818" kern="1200">
          <a:solidFill>
            <a:schemeClr val="tx1"/>
          </a:solidFill>
          <a:latin typeface="+mn-lt"/>
          <a:ea typeface="+mn-ea"/>
          <a:cs typeface="+mn-cs"/>
        </a:defRPr>
      </a:lvl1pPr>
      <a:lvl2pPr marL="457205" algn="l" defTabSz="913832" rtl="0" eaLnBrk="1" latinLnBrk="0" hangingPunct="1">
        <a:defRPr sz="1818" kern="1200">
          <a:solidFill>
            <a:schemeClr val="tx1"/>
          </a:solidFill>
          <a:latin typeface="+mn-lt"/>
          <a:ea typeface="+mn-ea"/>
          <a:cs typeface="+mn-cs"/>
        </a:defRPr>
      </a:lvl2pPr>
      <a:lvl3pPr marL="913832" algn="l" defTabSz="913832" rtl="0" eaLnBrk="1" latinLnBrk="0" hangingPunct="1">
        <a:defRPr sz="1818" kern="1200">
          <a:solidFill>
            <a:schemeClr val="tx1"/>
          </a:solidFill>
          <a:latin typeface="+mn-lt"/>
          <a:ea typeface="+mn-ea"/>
          <a:cs typeface="+mn-cs"/>
        </a:defRPr>
      </a:lvl3pPr>
      <a:lvl4pPr marL="1371036" algn="l" defTabSz="913832" rtl="0" eaLnBrk="1" latinLnBrk="0" hangingPunct="1">
        <a:defRPr sz="1818" kern="1200">
          <a:solidFill>
            <a:schemeClr val="tx1"/>
          </a:solidFill>
          <a:latin typeface="+mn-lt"/>
          <a:ea typeface="+mn-ea"/>
          <a:cs typeface="+mn-cs"/>
        </a:defRPr>
      </a:lvl4pPr>
      <a:lvl5pPr marL="1828241" algn="l" defTabSz="913832" rtl="0" eaLnBrk="1" latinLnBrk="0" hangingPunct="1">
        <a:defRPr sz="1818" kern="1200">
          <a:solidFill>
            <a:schemeClr val="tx1"/>
          </a:solidFill>
          <a:latin typeface="+mn-lt"/>
          <a:ea typeface="+mn-ea"/>
          <a:cs typeface="+mn-cs"/>
        </a:defRPr>
      </a:lvl5pPr>
      <a:lvl6pPr marL="2285446" algn="l" defTabSz="913832" rtl="0" eaLnBrk="1" latinLnBrk="0" hangingPunct="1">
        <a:defRPr sz="1818" kern="1200">
          <a:solidFill>
            <a:schemeClr val="tx1"/>
          </a:solidFill>
          <a:latin typeface="+mn-lt"/>
          <a:ea typeface="+mn-ea"/>
          <a:cs typeface="+mn-cs"/>
        </a:defRPr>
      </a:lvl6pPr>
      <a:lvl7pPr marL="2742073" algn="l" defTabSz="913832" rtl="0" eaLnBrk="1" latinLnBrk="0" hangingPunct="1">
        <a:defRPr sz="1818" kern="1200">
          <a:solidFill>
            <a:schemeClr val="tx1"/>
          </a:solidFill>
          <a:latin typeface="+mn-lt"/>
          <a:ea typeface="+mn-ea"/>
          <a:cs typeface="+mn-cs"/>
        </a:defRPr>
      </a:lvl7pPr>
      <a:lvl8pPr marL="3199277" algn="l" defTabSz="913832" rtl="0" eaLnBrk="1" latinLnBrk="0" hangingPunct="1">
        <a:defRPr sz="1818" kern="1200">
          <a:solidFill>
            <a:schemeClr val="tx1"/>
          </a:solidFill>
          <a:latin typeface="+mn-lt"/>
          <a:ea typeface="+mn-ea"/>
          <a:cs typeface="+mn-cs"/>
        </a:defRPr>
      </a:lvl8pPr>
      <a:lvl9pPr marL="3656482" algn="l" defTabSz="913832" rtl="0" eaLnBrk="1" latinLnBrk="0" hangingPunct="1">
        <a:defRPr sz="1818"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49.xml"/><Relationship Id="rId5" Type="http://schemas.openxmlformats.org/officeDocument/2006/relationships/image" Target="../media/image4.jpg"/><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50.xml"/><Relationship Id="rId5" Type="http://schemas.openxmlformats.org/officeDocument/2006/relationships/image" Target="../media/image5.png"/><Relationship Id="rId4" Type="http://schemas.openxmlformats.org/officeDocument/2006/relationships/image" Target="../media/image3.emf"/></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10.xml"/><Relationship Id="rId1" Type="http://schemas.openxmlformats.org/officeDocument/2006/relationships/tags" Target="../tags/tag51.xml"/><Relationship Id="rId6" Type="http://schemas.openxmlformats.org/officeDocument/2006/relationships/image" Target="../media/image3.emf"/><Relationship Id="rId5" Type="http://schemas.openxmlformats.org/officeDocument/2006/relationships/oleObject" Target="../embeddings/oleObject1.bin"/><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10.xml"/><Relationship Id="rId1" Type="http://schemas.openxmlformats.org/officeDocument/2006/relationships/tags" Target="../tags/tag52.xml"/><Relationship Id="rId5" Type="http://schemas.openxmlformats.org/officeDocument/2006/relationships/image" Target="../media/image3.e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hyperlink" Target="http://www.fargowealth.com/" TargetMode="Externa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占位符 5">
            <a:extLst>
              <a:ext uri="{FF2B5EF4-FFF2-40B4-BE49-F238E27FC236}">
                <a16:creationId xmlns:a16="http://schemas.microsoft.com/office/drawing/2014/main" id="{6A93C7EC-2F8A-4C31-9A9D-022227E917D6}"/>
              </a:ext>
            </a:extLst>
          </p:cNvPr>
          <p:cNvSpPr>
            <a:spLocks noGrp="1"/>
          </p:cNvSpPr>
          <p:nvPr>
            <p:ph type="body" sz="quarter" idx="11"/>
          </p:nvPr>
        </p:nvSpPr>
        <p:spPr/>
        <p:txBody>
          <a:bodyPr/>
          <a:lstStyle/>
          <a:p>
            <a:r>
              <a:rPr lang="en-US" altLang="zh-CN" dirty="0"/>
              <a:t>2025</a:t>
            </a:r>
            <a:r>
              <a:rPr lang="zh-CN" altLang="en-US" dirty="0"/>
              <a:t>年</a:t>
            </a:r>
            <a:r>
              <a:rPr lang="en-US" altLang="zh-CN" dirty="0"/>
              <a:t>9</a:t>
            </a:r>
            <a:r>
              <a:rPr lang="zh-CN" altLang="en-US" dirty="0"/>
              <a:t>月</a:t>
            </a:r>
          </a:p>
        </p:txBody>
      </p:sp>
      <p:sp>
        <p:nvSpPr>
          <p:cNvPr id="5" name="副标题 4">
            <a:extLst>
              <a:ext uri="{FF2B5EF4-FFF2-40B4-BE49-F238E27FC236}">
                <a16:creationId xmlns:a16="http://schemas.microsoft.com/office/drawing/2014/main" id="{9F091012-0543-419D-ABFE-B89D2A1E9AEF}"/>
              </a:ext>
            </a:extLst>
          </p:cNvPr>
          <p:cNvSpPr>
            <a:spLocks noGrp="1"/>
          </p:cNvSpPr>
          <p:nvPr>
            <p:ph type="subTitle" idx="1"/>
          </p:nvPr>
        </p:nvSpPr>
        <p:spPr>
          <a:xfrm>
            <a:off x="382386" y="3604954"/>
            <a:ext cx="4544315" cy="182042"/>
          </a:xfrm>
        </p:spPr>
        <p:txBody>
          <a:bodyPr/>
          <a:lstStyle/>
          <a:p>
            <a:r>
              <a:rPr lang="en-US" altLang="zh-CN" sz="3500" b="1" dirty="0">
                <a:solidFill>
                  <a:schemeClr val="accent5">
                    <a:lumMod val="75000"/>
                  </a:schemeClr>
                </a:solidFill>
                <a:latin typeface="微软雅黑" panose="020B0503020204020204" pitchFamily="34" charset="-122"/>
                <a:ea typeface="微软雅黑" panose="020B0503020204020204" pitchFamily="34" charset="-122"/>
              </a:rPr>
              <a:t>CIO Office</a:t>
            </a:r>
            <a:endParaRPr lang="zh-CN" altLang="en-US" sz="3500" b="1" dirty="0">
              <a:solidFill>
                <a:schemeClr val="accent5">
                  <a:lumMod val="75000"/>
                </a:schemeClr>
              </a:solidFill>
              <a:latin typeface="微软雅黑" panose="020B0503020204020204" pitchFamily="34" charset="-122"/>
              <a:ea typeface="微软雅黑" panose="020B0503020204020204" pitchFamily="34" charset="-122"/>
            </a:endParaRPr>
          </a:p>
        </p:txBody>
      </p:sp>
      <p:sp>
        <p:nvSpPr>
          <p:cNvPr id="4" name="标题 3">
            <a:extLst>
              <a:ext uri="{FF2B5EF4-FFF2-40B4-BE49-F238E27FC236}">
                <a16:creationId xmlns:a16="http://schemas.microsoft.com/office/drawing/2014/main" id="{CFAF35F7-DA5A-44DB-B72F-CA002EECC046}"/>
              </a:ext>
            </a:extLst>
          </p:cNvPr>
          <p:cNvSpPr>
            <a:spLocks noGrp="1"/>
          </p:cNvSpPr>
          <p:nvPr>
            <p:ph type="ctrTitle"/>
          </p:nvPr>
        </p:nvSpPr>
        <p:spPr>
          <a:xfrm>
            <a:off x="373760" y="2473036"/>
            <a:ext cx="7456516" cy="856211"/>
          </a:xfrm>
          <a:solidFill>
            <a:schemeClr val="bg1"/>
          </a:solidFill>
        </p:spPr>
        <p:txBody>
          <a:bodyPr/>
          <a:lstStyle/>
          <a:p>
            <a:r>
              <a:rPr lang="zh-CN" altLang="en-US" sz="4400" b="1" dirty="0">
                <a:solidFill>
                  <a:srgbClr val="002060"/>
                </a:solidFill>
                <a:latin typeface="微软雅黑" panose="020B0503020204020204" pitchFamily="34" charset="-122"/>
                <a:ea typeface="微软雅黑" panose="020B0503020204020204" pitchFamily="34" charset="-122"/>
                <a:cs typeface="+mn-cs"/>
              </a:rPr>
              <a:t>环球市场投资</a:t>
            </a:r>
            <a:r>
              <a:rPr lang="zh-CN" altLang="en-US" sz="4400" b="1" dirty="0">
                <a:ln w="19050">
                  <a:noFill/>
                </a:ln>
                <a:solidFill>
                  <a:srgbClr val="002060"/>
                </a:solidFill>
                <a:latin typeface="微软雅黑" panose="020B0503020204020204" pitchFamily="34" charset="-122"/>
                <a:ea typeface="微软雅黑" panose="020B0503020204020204" pitchFamily="34" charset="-122"/>
                <a:cs typeface="+mn-cs"/>
              </a:rPr>
              <a:t>观点</a:t>
            </a:r>
            <a:endParaRPr lang="zh-CN" altLang="en-US" sz="4400" b="1" dirty="0">
              <a:ln w="19050">
                <a:noFill/>
              </a:ln>
              <a:solidFill>
                <a:srgbClr val="002060"/>
              </a:solidFill>
              <a:latin typeface="黑体" panose="02010609060101010101" pitchFamily="49" charset="-122"/>
              <a:ea typeface="黑体" panose="02010609060101010101" pitchFamily="49" charset="-122"/>
              <a:cs typeface="+mn-cs"/>
            </a:endParaRPr>
          </a:p>
        </p:txBody>
      </p:sp>
    </p:spTree>
    <p:extLst>
      <p:ext uri="{BB962C8B-B14F-4D97-AF65-F5344CB8AC3E}">
        <p14:creationId xmlns:p14="http://schemas.microsoft.com/office/powerpoint/2010/main" val="6971628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9D53F-A994-3316-F546-9C1B081CAE42}"/>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246F9CE3-6F46-C888-7398-121996FA5456}"/>
              </a:ext>
            </a:extLst>
          </p:cNvPr>
          <p:cNvSpPr>
            <a:spLocks noGrp="1"/>
          </p:cNvSpPr>
          <p:nvPr>
            <p:ph type="title"/>
          </p:nvPr>
        </p:nvSpPr>
        <p:spPr/>
        <p:txBody>
          <a:bodyPr/>
          <a:lstStyle/>
          <a:p>
            <a:r>
              <a:rPr lang="zh-CN" altLang="en-US" b="1" dirty="0">
                <a:solidFill>
                  <a:srgbClr val="002060"/>
                </a:solidFill>
              </a:rPr>
              <a:t>环球市场投资观点</a:t>
            </a:r>
          </a:p>
        </p:txBody>
      </p:sp>
      <p:graphicFrame>
        <p:nvGraphicFramePr>
          <p:cNvPr id="3" name="Table 2">
            <a:extLst>
              <a:ext uri="{FF2B5EF4-FFF2-40B4-BE49-F238E27FC236}">
                <a16:creationId xmlns:a16="http://schemas.microsoft.com/office/drawing/2014/main" id="{14835422-C493-5DEE-A55E-522738E9278F}"/>
              </a:ext>
            </a:extLst>
          </p:cNvPr>
          <p:cNvGraphicFramePr>
            <a:graphicFrameLocks noGrp="1"/>
          </p:cNvGraphicFramePr>
          <p:nvPr>
            <p:extLst>
              <p:ext uri="{D42A27DB-BD31-4B8C-83A1-F6EECF244321}">
                <p14:modId xmlns:p14="http://schemas.microsoft.com/office/powerpoint/2010/main" val="2603368423"/>
              </p:ext>
            </p:extLst>
          </p:nvPr>
        </p:nvGraphicFramePr>
        <p:xfrm>
          <a:off x="382385" y="1281953"/>
          <a:ext cx="8354291" cy="4669592"/>
        </p:xfrm>
        <a:graphic>
          <a:graphicData uri="http://schemas.openxmlformats.org/drawingml/2006/table">
            <a:tbl>
              <a:tblPr bandRow="1">
                <a:tableStyleId>{5C22544A-7EE6-4342-B048-85BDC9FD1C3A}</a:tableStyleId>
              </a:tblPr>
              <a:tblGrid>
                <a:gridCol w="1156130">
                  <a:extLst>
                    <a:ext uri="{9D8B030D-6E8A-4147-A177-3AD203B41FA5}">
                      <a16:colId xmlns:a16="http://schemas.microsoft.com/office/drawing/2014/main" val="3080218366"/>
                    </a:ext>
                  </a:extLst>
                </a:gridCol>
                <a:gridCol w="1397409">
                  <a:extLst>
                    <a:ext uri="{9D8B030D-6E8A-4147-A177-3AD203B41FA5}">
                      <a16:colId xmlns:a16="http://schemas.microsoft.com/office/drawing/2014/main" val="923785576"/>
                    </a:ext>
                  </a:extLst>
                </a:gridCol>
                <a:gridCol w="5800752">
                  <a:extLst>
                    <a:ext uri="{9D8B030D-6E8A-4147-A177-3AD203B41FA5}">
                      <a16:colId xmlns:a16="http://schemas.microsoft.com/office/drawing/2014/main" val="1717636345"/>
                    </a:ext>
                  </a:extLst>
                </a:gridCol>
              </a:tblGrid>
              <a:tr h="583699">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资产类别</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市场</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投资逻辑</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extLst>
                  <a:ext uri="{0D108BD9-81ED-4DB2-BD59-A6C34878D82A}">
                    <a16:rowId xmlns:a16="http://schemas.microsoft.com/office/drawing/2014/main" val="2510786840"/>
                  </a:ext>
                </a:extLst>
              </a:tr>
              <a:tr h="583699">
                <a:tc rowSpan="4">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权益</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中国</a:t>
                      </a:r>
                      <a:r>
                        <a:rPr kumimoji="0" lang="en-US" altLang="zh-CN" sz="1200" b="1" i="0" u="none" strike="noStrike" kern="1200" cap="none" spc="0" normalizeH="0" baseline="0" noProof="0" dirty="0">
                          <a:ln>
                            <a:noFill/>
                          </a:ln>
                          <a:solidFill>
                            <a:srgbClr val="000000"/>
                          </a:solidFill>
                          <a:effectLst/>
                          <a:uLnTx/>
                          <a:uFillTx/>
                          <a:latin typeface="+mn-lt"/>
                          <a:ea typeface="+mn-ea"/>
                          <a:cs typeface="+mn-cs"/>
                        </a:rPr>
                        <a:t>/</a:t>
                      </a: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香港</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714912837"/>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美国</a:t>
                      </a:r>
                      <a:endParaRPr kumimoji="0" lang="en-US" altLang="zh-CN"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1108519116"/>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欧洲</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807264253"/>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日本</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1580473531"/>
                  </a:ext>
                </a:extLst>
              </a:tr>
              <a:tr h="583699">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固定收益</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美元债</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109202722"/>
                  </a:ext>
                </a:extLst>
              </a:tr>
              <a:tr h="583699">
                <a:tc rowSpan="2">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另类投资</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黄金</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2873578832"/>
                  </a:ext>
                </a:extLst>
              </a:tr>
              <a:tr h="583699">
                <a:tc vMerge="1">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原油</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253289176"/>
                  </a:ext>
                </a:extLst>
              </a:tr>
            </a:tbl>
          </a:graphicData>
        </a:graphic>
      </p:graphicFrame>
    </p:spTree>
    <p:extLst>
      <p:ext uri="{BB962C8B-B14F-4D97-AF65-F5344CB8AC3E}">
        <p14:creationId xmlns:p14="http://schemas.microsoft.com/office/powerpoint/2010/main" val="39467740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CB884-344D-0C1F-9005-E7DCB084DE36}"/>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00FA9DEC-E51E-E244-91A0-3EB6F4F9A77A}"/>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00FA9DEC-E51E-E244-91A0-3EB6F4F9A77A}"/>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60B94765-EF73-C5D4-CC7A-0BF58552B047}"/>
              </a:ext>
            </a:extLst>
          </p:cNvPr>
          <p:cNvSpPr>
            <a:spLocks noGrp="1"/>
          </p:cNvSpPr>
          <p:nvPr>
            <p:ph type="title"/>
          </p:nvPr>
        </p:nvSpPr>
        <p:spPr/>
        <p:txBody>
          <a:bodyPr/>
          <a:lstStyle/>
          <a:p>
            <a:r>
              <a:rPr lang="zh-CN" altLang="en-US" b="1" dirty="0">
                <a:solidFill>
                  <a:srgbClr val="002060"/>
                </a:solidFill>
              </a:rPr>
              <a:t>中港股市：恒生指数突破</a:t>
            </a:r>
            <a:r>
              <a:rPr lang="en-US" altLang="zh-CN" b="1" dirty="0">
                <a:solidFill>
                  <a:srgbClr val="002060"/>
                </a:solidFill>
              </a:rPr>
              <a:t>26000</a:t>
            </a:r>
            <a:r>
              <a:rPr lang="zh-CN" altLang="en-US" b="1" dirty="0">
                <a:solidFill>
                  <a:srgbClr val="002060"/>
                </a:solidFill>
              </a:rPr>
              <a:t>点</a:t>
            </a:r>
          </a:p>
        </p:txBody>
      </p:sp>
      <p:sp>
        <p:nvSpPr>
          <p:cNvPr id="4" name="内容占位符 7">
            <a:extLst>
              <a:ext uri="{FF2B5EF4-FFF2-40B4-BE49-F238E27FC236}">
                <a16:creationId xmlns:a16="http://schemas.microsoft.com/office/drawing/2014/main" id="{0FE3509D-004D-C6C4-9916-A5A52A272583}"/>
              </a:ext>
            </a:extLst>
          </p:cNvPr>
          <p:cNvSpPr>
            <a:spLocks noGrp="1"/>
          </p:cNvSpPr>
          <p:nvPr>
            <p:ph type="body" sz="quarter" idx="10"/>
          </p:nvPr>
        </p:nvSpPr>
        <p:spPr/>
        <p:txBody>
          <a:bodyPr/>
          <a:lstStyle/>
          <a:p>
            <a:r>
              <a:rPr lang="zh-CN" altLang="en-US" sz="1600" dirty="0">
                <a:latin typeface="+mn-ea"/>
              </a:rPr>
              <a:t>根据已经发布的美国通胀数据，关税现时仍没有对通胀带来显著压力。但是，随着企业囤货舒缓关税的效应将遂渐消退，通胀将可能慢慢浮现。</a:t>
            </a:r>
          </a:p>
          <a:p>
            <a:r>
              <a:rPr lang="zh-CN" altLang="en-US" sz="1600" dirty="0">
                <a:latin typeface="+mn-ea"/>
              </a:rPr>
              <a:t>若通胀呈现反弹迹象，市场可能下调美联储降息预期，影响美股估值。标普</a:t>
            </a:r>
            <a:r>
              <a:rPr lang="en-US" altLang="zh-CN" sz="1600" dirty="0">
                <a:latin typeface="+mn-ea"/>
              </a:rPr>
              <a:t>500</a:t>
            </a:r>
            <a:r>
              <a:rPr lang="zh-CN" altLang="en-US" sz="1600" dirty="0">
                <a:latin typeface="+mn-ea"/>
              </a:rPr>
              <a:t>市盈率已上升至</a:t>
            </a:r>
            <a:r>
              <a:rPr lang="en-US" altLang="zh-CN" sz="1600" dirty="0">
                <a:latin typeface="+mn-ea"/>
              </a:rPr>
              <a:t>20</a:t>
            </a:r>
            <a:r>
              <a:rPr lang="zh-CN" altLang="en-US" sz="1600" dirty="0">
                <a:latin typeface="+mn-ea"/>
              </a:rPr>
              <a:t>倍以上，高于历史均值</a:t>
            </a:r>
            <a:r>
              <a:rPr lang="en-US" altLang="zh-CN" sz="1600" dirty="0">
                <a:latin typeface="+mn-ea"/>
              </a:rPr>
              <a:t>19.2</a:t>
            </a:r>
            <a:r>
              <a:rPr lang="zh-CN" altLang="en-US" sz="1600" dirty="0">
                <a:latin typeface="+mn-ea"/>
              </a:rPr>
              <a:t>倍。</a:t>
            </a:r>
            <a:r>
              <a:rPr lang="zh-CN" altLang="en-US" sz="1600" b="1" dirty="0">
                <a:latin typeface="+mn-ea"/>
              </a:rPr>
              <a:t>我们预期估值短期内难以继续扩张。</a:t>
            </a:r>
          </a:p>
        </p:txBody>
      </p:sp>
      <p:pic>
        <p:nvPicPr>
          <p:cNvPr id="7" name="Picture Placeholder 6">
            <a:extLst>
              <a:ext uri="{FF2B5EF4-FFF2-40B4-BE49-F238E27FC236}">
                <a16:creationId xmlns:a16="http://schemas.microsoft.com/office/drawing/2014/main" id="{A6961749-F6AF-3BB3-4D76-67760432C3A3}"/>
              </a:ext>
            </a:extLst>
          </p:cNvPr>
          <p:cNvPicPr>
            <a:picLocks noGrp="1" noChangeAspect="1"/>
          </p:cNvPicPr>
          <p:nvPr>
            <p:ph type="pic" sz="quarter" idx="11"/>
          </p:nvPr>
        </p:nvPicPr>
        <p:blipFill>
          <a:blip r:embed="rId5">
            <a:extLst>
              <a:ext uri="{28A0092B-C50C-407E-A947-70E740481C1C}">
                <a14:useLocalDpi xmlns:a14="http://schemas.microsoft.com/office/drawing/2010/main" val="0"/>
              </a:ext>
            </a:extLst>
          </a:blip>
          <a:srcRect t="12349" b="12349"/>
          <a:stretch>
            <a:fillRect/>
          </a:stretch>
        </p:blipFill>
        <p:spPr/>
      </p:pic>
      <p:sp>
        <p:nvSpPr>
          <p:cNvPr id="9" name="文本框 5">
            <a:extLst>
              <a:ext uri="{FF2B5EF4-FFF2-40B4-BE49-F238E27FC236}">
                <a16:creationId xmlns:a16="http://schemas.microsoft.com/office/drawing/2014/main" id="{68A14C8F-70A9-6378-AF0B-DD8CEEBF6D7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endParaRPr lang="en-US" altLang="zh-CN" sz="818" kern="100" dirty="0">
              <a:solidFill>
                <a:srgbClr val="000000"/>
              </a:solidFill>
              <a:latin typeface="华文细黑"/>
              <a:ea typeface="华文细黑"/>
              <a:cs typeface="Segoe UI" panose="020B0502040204020203" pitchFamily="34" charset="0"/>
            </a:endParaRPr>
          </a:p>
        </p:txBody>
      </p:sp>
      <p:sp>
        <p:nvSpPr>
          <p:cNvPr id="13" name="TextBox 12">
            <a:extLst>
              <a:ext uri="{FF2B5EF4-FFF2-40B4-BE49-F238E27FC236}">
                <a16:creationId xmlns:a16="http://schemas.microsoft.com/office/drawing/2014/main" id="{9D2583B7-3A25-0CB2-A9E0-9B51CB65EAA9}"/>
              </a:ext>
            </a:extLst>
          </p:cNvPr>
          <p:cNvSpPr txBox="1"/>
          <p:nvPr/>
        </p:nvSpPr>
        <p:spPr>
          <a:xfrm>
            <a:off x="3402935" y="255850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指数估值</a:t>
            </a:r>
          </a:p>
        </p:txBody>
      </p:sp>
    </p:spTree>
    <p:extLst>
      <p:ext uri="{BB962C8B-B14F-4D97-AF65-F5344CB8AC3E}">
        <p14:creationId xmlns:p14="http://schemas.microsoft.com/office/powerpoint/2010/main" val="7136393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E9994-E617-3FA6-DDEF-B65E2FD286C2}"/>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30D69458-E411-E635-2C62-8E6A5D6317A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30D69458-E411-E635-2C62-8E6A5D6317A8}"/>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25A56FB9-07F6-A081-D77B-EACC1FDA0141}"/>
              </a:ext>
            </a:extLst>
          </p:cNvPr>
          <p:cNvSpPr>
            <a:spLocks noGrp="1"/>
          </p:cNvSpPr>
          <p:nvPr>
            <p:ph type="title"/>
          </p:nvPr>
        </p:nvSpPr>
        <p:spPr/>
        <p:txBody>
          <a:bodyPr/>
          <a:lstStyle/>
          <a:p>
            <a:r>
              <a:rPr lang="zh-CN" altLang="en-US" b="1" dirty="0">
                <a:solidFill>
                  <a:srgbClr val="002060"/>
                </a:solidFill>
              </a:rPr>
              <a:t>美股：关注科技板块</a:t>
            </a:r>
          </a:p>
        </p:txBody>
      </p:sp>
      <p:sp>
        <p:nvSpPr>
          <p:cNvPr id="4" name="内容占位符 7">
            <a:extLst>
              <a:ext uri="{FF2B5EF4-FFF2-40B4-BE49-F238E27FC236}">
                <a16:creationId xmlns:a16="http://schemas.microsoft.com/office/drawing/2014/main" id="{A89AEEB9-E278-940D-5CD7-9B2F42076897}"/>
              </a:ext>
            </a:extLst>
          </p:cNvPr>
          <p:cNvSpPr>
            <a:spLocks noGrp="1"/>
          </p:cNvSpPr>
          <p:nvPr>
            <p:ph idx="4294967295"/>
          </p:nvPr>
        </p:nvSpPr>
        <p:spPr>
          <a:xfrm>
            <a:off x="382385" y="1051259"/>
            <a:ext cx="8354291" cy="1374001"/>
          </a:xfrm>
        </p:spPr>
        <p:txBody>
          <a:bodyPr/>
          <a:lstStyle/>
          <a:p>
            <a:r>
              <a:rPr lang="zh-CN" altLang="en-US" sz="1364" dirty="0">
                <a:latin typeface="+mn-ea"/>
              </a:rPr>
              <a:t>市场关注对等关税暂停期结束后的谈判情况，</a:t>
            </a:r>
            <a:r>
              <a:rPr lang="zh-CN" altLang="en-US" sz="1364" b="1" dirty="0">
                <a:latin typeface="+mn-ea"/>
              </a:rPr>
              <a:t>预计美股估值难以继续扩张，建议以多空策略捕捉</a:t>
            </a:r>
            <a:r>
              <a:rPr lang="en-US" altLang="zh-CN" sz="1364" b="1" dirty="0">
                <a:latin typeface="+mn-ea"/>
              </a:rPr>
              <a:t>Alpha</a:t>
            </a:r>
            <a:r>
              <a:rPr lang="zh-CN" altLang="en-US" sz="1364" b="1" dirty="0">
                <a:latin typeface="+mn-ea"/>
              </a:rPr>
              <a:t>；</a:t>
            </a:r>
          </a:p>
          <a:p>
            <a:r>
              <a:rPr lang="zh-CN" altLang="en-US" sz="1364" dirty="0">
                <a:latin typeface="+mn-ea"/>
              </a:rPr>
              <a:t>欧股方面，考虑地缘政治因素和欧洲货币政策，</a:t>
            </a:r>
            <a:r>
              <a:rPr lang="zh-CN" altLang="en-US" sz="1364" b="1" dirty="0">
                <a:latin typeface="+mn-ea"/>
              </a:rPr>
              <a:t>维持欧股适中的配置权重；</a:t>
            </a:r>
          </a:p>
          <a:p>
            <a:r>
              <a:rPr lang="zh-CN" altLang="en-US" sz="1364" dirty="0">
                <a:latin typeface="+mn-ea"/>
              </a:rPr>
              <a:t>港股方面，预计受惠于全球政治</a:t>
            </a:r>
            <a:r>
              <a:rPr lang="en-US" altLang="zh-CN" sz="1364" dirty="0">
                <a:latin typeface="+mn-ea"/>
              </a:rPr>
              <a:t>/</a:t>
            </a:r>
            <a:r>
              <a:rPr lang="zh-CN" altLang="en-US" sz="1364" dirty="0">
                <a:latin typeface="+mn-ea"/>
              </a:rPr>
              <a:t>贸易不稳定性，机构资金将流入港股，</a:t>
            </a:r>
            <a:r>
              <a:rPr lang="zh-CN" altLang="en-US" sz="1364" b="1" dirty="0">
                <a:latin typeface="+mn-ea"/>
              </a:rPr>
              <a:t>港股有望迎来小幅估值扩张；</a:t>
            </a:r>
          </a:p>
          <a:p>
            <a:r>
              <a:rPr lang="zh-CN" altLang="en-US" sz="1364" dirty="0">
                <a:latin typeface="+mn-ea"/>
              </a:rPr>
              <a:t>债市部分，</a:t>
            </a:r>
            <a:r>
              <a:rPr lang="zh-CN" altLang="en-US" sz="1364" b="1" dirty="0">
                <a:latin typeface="+mn-ea"/>
              </a:rPr>
              <a:t>美联储降息将利好中端久期债券表现，但长端利率受财政担扰影响，建议回避长端久期债券。</a:t>
            </a:r>
          </a:p>
        </p:txBody>
      </p:sp>
      <p:sp>
        <p:nvSpPr>
          <p:cNvPr id="9" name="文本框 5">
            <a:extLst>
              <a:ext uri="{FF2B5EF4-FFF2-40B4-BE49-F238E27FC236}">
                <a16:creationId xmlns:a16="http://schemas.microsoft.com/office/drawing/2014/main" id="{25DBD8D4-2E45-3933-1435-11C52DD4F52B}"/>
              </a:ext>
            </a:extLst>
          </p:cNvPr>
          <p:cNvSpPr txBox="1"/>
          <p:nvPr/>
        </p:nvSpPr>
        <p:spPr>
          <a:xfrm>
            <a:off x="7293571" y="6262367"/>
            <a:ext cx="1850429"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注：数据截至</a:t>
            </a:r>
            <a:r>
              <a:rPr lang="en-US" altLang="zh-CN" sz="818" kern="100" dirty="0">
                <a:solidFill>
                  <a:srgbClr val="000000"/>
                </a:solidFill>
                <a:latin typeface="华文细黑"/>
                <a:ea typeface="华文细黑"/>
                <a:cs typeface="Segoe UI" panose="020B0502040204020203" pitchFamily="34" charset="0"/>
              </a:rPr>
              <a:t>2025</a:t>
            </a:r>
            <a:r>
              <a:rPr lang="zh-CN" altLang="en-US" sz="818" kern="100" dirty="0">
                <a:solidFill>
                  <a:srgbClr val="000000"/>
                </a:solidFill>
                <a:latin typeface="华文细黑"/>
                <a:ea typeface="华文细黑"/>
                <a:cs typeface="Segoe UI" panose="020B0502040204020203" pitchFamily="34" charset="0"/>
              </a:rPr>
              <a:t>年</a:t>
            </a:r>
            <a:r>
              <a:rPr lang="en-US" altLang="zh-CN" sz="818" kern="100" dirty="0">
                <a:solidFill>
                  <a:srgbClr val="000000"/>
                </a:solidFill>
                <a:latin typeface="华文细黑"/>
                <a:ea typeface="华文细黑"/>
                <a:cs typeface="Segoe UI" panose="020B0502040204020203" pitchFamily="34" charset="0"/>
              </a:rPr>
              <a:t>7</a:t>
            </a:r>
            <a:r>
              <a:rPr lang="zh-CN" altLang="en-US" sz="818" kern="100" dirty="0">
                <a:solidFill>
                  <a:srgbClr val="000000"/>
                </a:solidFill>
                <a:latin typeface="华文细黑"/>
                <a:ea typeface="华文细黑"/>
                <a:cs typeface="Segoe UI" panose="020B0502040204020203" pitchFamily="34" charset="0"/>
              </a:rPr>
              <a:t>月</a:t>
            </a:r>
            <a:r>
              <a:rPr lang="en-US" altLang="zh-CN" sz="818" kern="100" dirty="0">
                <a:solidFill>
                  <a:srgbClr val="000000"/>
                </a:solidFill>
                <a:latin typeface="华文细黑"/>
                <a:ea typeface="华文细黑"/>
                <a:cs typeface="Segoe UI" panose="020B0502040204020203" pitchFamily="34" charset="0"/>
              </a:rPr>
              <a:t>30</a:t>
            </a:r>
            <a:r>
              <a:rPr lang="zh-CN" altLang="en-US" sz="818" kern="100" dirty="0">
                <a:solidFill>
                  <a:srgbClr val="000000"/>
                </a:solidFill>
                <a:latin typeface="华文细黑"/>
                <a:ea typeface="华文细黑"/>
                <a:cs typeface="Segoe UI" panose="020B0502040204020203" pitchFamily="34" charset="0"/>
              </a:rPr>
              <a:t>日</a:t>
            </a:r>
          </a:p>
        </p:txBody>
      </p:sp>
      <p:sp>
        <p:nvSpPr>
          <p:cNvPr id="3" name="TextBox 2">
            <a:extLst>
              <a:ext uri="{FF2B5EF4-FFF2-40B4-BE49-F238E27FC236}">
                <a16:creationId xmlns:a16="http://schemas.microsoft.com/office/drawing/2014/main" id="{972052C8-AC30-9DA0-4203-9B406A52A74E}"/>
              </a:ext>
            </a:extLst>
          </p:cNvPr>
          <p:cNvSpPr txBox="1"/>
          <p:nvPr/>
        </p:nvSpPr>
        <p:spPr>
          <a:xfrm>
            <a:off x="2422651" y="2425259"/>
            <a:ext cx="4156364"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华港</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CIO Office</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的</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Model Portfolio</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配置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平衡型</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p>
        </p:txBody>
      </p:sp>
      <p:pic>
        <p:nvPicPr>
          <p:cNvPr id="7" name="图片 6">
            <a:extLst>
              <a:ext uri="{FF2B5EF4-FFF2-40B4-BE49-F238E27FC236}">
                <a16:creationId xmlns:a16="http://schemas.microsoft.com/office/drawing/2014/main" id="{20C9ACCE-D157-15A8-1419-A046A99C9CB2}"/>
              </a:ext>
            </a:extLst>
          </p:cNvPr>
          <p:cNvPicPr>
            <a:picLocks noChangeAspect="1"/>
          </p:cNvPicPr>
          <p:nvPr/>
        </p:nvPicPr>
        <p:blipFill>
          <a:blip r:embed="rId5"/>
          <a:stretch>
            <a:fillRect/>
          </a:stretch>
        </p:blipFill>
        <p:spPr>
          <a:xfrm>
            <a:off x="2435283" y="2705056"/>
            <a:ext cx="4273434" cy="4140875"/>
          </a:xfrm>
          <a:prstGeom prst="rect">
            <a:avLst/>
          </a:prstGeom>
        </p:spPr>
      </p:pic>
    </p:spTree>
    <p:extLst>
      <p:ext uri="{BB962C8B-B14F-4D97-AF65-F5344CB8AC3E}">
        <p14:creationId xmlns:p14="http://schemas.microsoft.com/office/powerpoint/2010/main" val="5311246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30AFA-9BA8-0FC7-5CB8-062F3CAFB0BB}"/>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D980C7F1-A4D5-0C05-2B0E-945EFF4DEB77}"/>
              </a:ext>
            </a:extLst>
          </p:cNvPr>
          <p:cNvPicPr>
            <a:picLocks noChangeAspect="1"/>
          </p:cNvPicPr>
          <p:nvPr/>
        </p:nvPicPr>
        <p:blipFill>
          <a:blip r:embed="rId3"/>
          <a:stretch>
            <a:fillRect/>
          </a:stretch>
        </p:blipFill>
        <p:spPr>
          <a:xfrm>
            <a:off x="4693613" y="3526461"/>
            <a:ext cx="4335944" cy="2593161"/>
          </a:xfrm>
          <a:prstGeom prst="rect">
            <a:avLst/>
          </a:prstGeom>
        </p:spPr>
      </p:pic>
      <p:pic>
        <p:nvPicPr>
          <p:cNvPr id="10" name="Picture 9">
            <a:extLst>
              <a:ext uri="{FF2B5EF4-FFF2-40B4-BE49-F238E27FC236}">
                <a16:creationId xmlns:a16="http://schemas.microsoft.com/office/drawing/2014/main" id="{996BC4B9-7223-56AC-C7D2-3A15D825486A}"/>
              </a:ext>
            </a:extLst>
          </p:cNvPr>
          <p:cNvPicPr>
            <a:picLocks noChangeAspect="1"/>
          </p:cNvPicPr>
          <p:nvPr/>
        </p:nvPicPr>
        <p:blipFill>
          <a:blip r:embed="rId4"/>
          <a:stretch>
            <a:fillRect/>
          </a:stretch>
        </p:blipFill>
        <p:spPr>
          <a:xfrm>
            <a:off x="114445" y="3526461"/>
            <a:ext cx="4473896" cy="2593161"/>
          </a:xfrm>
          <a:prstGeom prst="rect">
            <a:avLst/>
          </a:prstGeom>
        </p:spPr>
      </p:pic>
      <p:graphicFrame>
        <p:nvGraphicFramePr>
          <p:cNvPr id="2" name="think-cell data - do not delete" hidden="1">
            <a:extLst>
              <a:ext uri="{FF2B5EF4-FFF2-40B4-BE49-F238E27FC236}">
                <a16:creationId xmlns:a16="http://schemas.microsoft.com/office/drawing/2014/main" id="{63060868-7331-6EAC-DF81-91DB2841D1F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5" imgW="347" imgH="348" progId="TCLayout.ActiveDocument.1">
                  <p:embed/>
                </p:oleObj>
              </mc:Choice>
              <mc:Fallback>
                <p:oleObj name="think-cell Slide" r:id="rId5" imgW="347" imgH="348" progId="TCLayout.ActiveDocument.1">
                  <p:embed/>
                  <p:pic>
                    <p:nvPicPr>
                      <p:cNvPr id="2" name="think-cell data - do not delete" hidden="1">
                        <a:extLst>
                          <a:ext uri="{FF2B5EF4-FFF2-40B4-BE49-F238E27FC236}">
                            <a16:creationId xmlns:a16="http://schemas.microsoft.com/office/drawing/2014/main" id="{63060868-7331-6EAC-DF81-91DB2841D1F8}"/>
                          </a:ext>
                        </a:extLst>
                      </p:cNvPr>
                      <p:cNvPicPr/>
                      <p:nvPr/>
                    </p:nvPicPr>
                    <p:blipFill>
                      <a:blip r:embed="rId6"/>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18B11F3D-468F-A896-7BE5-6C202ED690B5}"/>
              </a:ext>
            </a:extLst>
          </p:cNvPr>
          <p:cNvSpPr>
            <a:spLocks noGrp="1"/>
          </p:cNvSpPr>
          <p:nvPr>
            <p:ph type="title"/>
          </p:nvPr>
        </p:nvSpPr>
        <p:spPr/>
        <p:txBody>
          <a:bodyPr/>
          <a:lstStyle/>
          <a:p>
            <a:r>
              <a:rPr lang="zh-CN" altLang="en-US" b="1" dirty="0">
                <a:solidFill>
                  <a:srgbClr val="002060"/>
                </a:solidFill>
              </a:rPr>
              <a:t>美元债：估值昂贵</a:t>
            </a:r>
          </a:p>
        </p:txBody>
      </p:sp>
      <p:sp>
        <p:nvSpPr>
          <p:cNvPr id="4" name="内容占位符 7">
            <a:extLst>
              <a:ext uri="{FF2B5EF4-FFF2-40B4-BE49-F238E27FC236}">
                <a16:creationId xmlns:a16="http://schemas.microsoft.com/office/drawing/2014/main" id="{6A2522B2-7976-475E-5E9D-93B983B27CAD}"/>
              </a:ext>
            </a:extLst>
          </p:cNvPr>
          <p:cNvSpPr>
            <a:spLocks noGrp="1"/>
          </p:cNvSpPr>
          <p:nvPr>
            <p:ph idx="4294967295"/>
          </p:nvPr>
        </p:nvSpPr>
        <p:spPr>
          <a:xfrm>
            <a:off x="382385" y="1051259"/>
            <a:ext cx="8354291" cy="945510"/>
          </a:xfrm>
        </p:spPr>
        <p:txBody>
          <a:bodyPr/>
          <a:lstStyle/>
          <a:p>
            <a:pPr marL="0" indent="0">
              <a:buNone/>
            </a:pPr>
            <a:r>
              <a:rPr lang="zh-CN" altLang="en-US" sz="1600" b="1" dirty="0">
                <a:latin typeface="+mn-ea"/>
              </a:rPr>
              <a:t>机会一：维持美股多空策略以捕捉</a:t>
            </a:r>
            <a:r>
              <a:rPr lang="en-US" altLang="zh-CN" sz="1600" b="1" dirty="0">
                <a:latin typeface="+mn-ea"/>
              </a:rPr>
              <a:t>Alpha</a:t>
            </a:r>
            <a:r>
              <a:rPr lang="zh-CN" altLang="en-US" sz="1600" b="1" dirty="0">
                <a:latin typeface="+mn-ea"/>
              </a:rPr>
              <a:t>机会</a:t>
            </a:r>
          </a:p>
          <a:p>
            <a:r>
              <a:rPr lang="zh-CN" altLang="en-US" sz="1600" dirty="0">
                <a:latin typeface="+mn-ea"/>
              </a:rPr>
              <a:t>若关税导致美国滞胀，预计美国商品与服务消费在年末开始呈现显著分化。商品消费将明显下降，但服务消费保持增长。如此，美股板块表现将更为分化，为多空策略提供更多</a:t>
            </a:r>
            <a:r>
              <a:rPr lang="en-US" altLang="zh-CN" sz="1600" dirty="0">
                <a:latin typeface="+mn-ea"/>
              </a:rPr>
              <a:t>alpha</a:t>
            </a:r>
            <a:r>
              <a:rPr lang="zh-CN" altLang="en-US" sz="1600" dirty="0">
                <a:latin typeface="+mn-ea"/>
              </a:rPr>
              <a:t>的机会。</a:t>
            </a:r>
            <a:endParaRPr lang="en-US" altLang="zh-CN" sz="1600" dirty="0">
              <a:latin typeface="+mn-ea"/>
            </a:endParaRPr>
          </a:p>
          <a:p>
            <a:r>
              <a:rPr lang="zh-CN" altLang="en-US" sz="1600" dirty="0">
                <a:latin typeface="+mn-ea"/>
              </a:rPr>
              <a:t>消费保持增长。如此，美股板块表现将更为分化，为多空策略提供更多</a:t>
            </a:r>
            <a:r>
              <a:rPr lang="en-US" altLang="zh-CN" sz="1600" dirty="0">
                <a:latin typeface="+mn-ea"/>
              </a:rPr>
              <a:t>alpha</a:t>
            </a:r>
            <a:r>
              <a:rPr lang="zh-CN" altLang="en-US" sz="1600" dirty="0">
                <a:latin typeface="+mn-ea"/>
              </a:rPr>
              <a:t>的机会。消费保持增长。如此，美股板块表现将更为分化，为多空策略提供更多</a:t>
            </a:r>
            <a:r>
              <a:rPr lang="en-US" altLang="zh-CN" sz="1600" dirty="0">
                <a:latin typeface="+mn-ea"/>
              </a:rPr>
              <a:t>alpha</a:t>
            </a:r>
            <a:r>
              <a:rPr lang="zh-CN" altLang="en-US" sz="1600" dirty="0">
                <a:latin typeface="+mn-ea"/>
              </a:rPr>
              <a:t>的机会。</a:t>
            </a:r>
          </a:p>
        </p:txBody>
      </p:sp>
      <p:sp>
        <p:nvSpPr>
          <p:cNvPr id="9" name="文本框 5">
            <a:extLst>
              <a:ext uri="{FF2B5EF4-FFF2-40B4-BE49-F238E27FC236}">
                <a16:creationId xmlns:a16="http://schemas.microsoft.com/office/drawing/2014/main" id="{77729E13-B24D-FE4A-953D-6B344E1B039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8" name="TextBox 7">
            <a:extLst>
              <a:ext uri="{FF2B5EF4-FFF2-40B4-BE49-F238E27FC236}">
                <a16:creationId xmlns:a16="http://schemas.microsoft.com/office/drawing/2014/main" id="{B7B93973-6F41-E2EC-F4BC-D17811F6330F}"/>
              </a:ext>
            </a:extLst>
          </p:cNvPr>
          <p:cNvSpPr txBox="1"/>
          <p:nvPr/>
        </p:nvSpPr>
        <p:spPr>
          <a:xfrm>
            <a:off x="5836531" y="3765837"/>
            <a:ext cx="1404969" cy="335733"/>
          </a:xfrm>
          <a:prstGeom prst="rect">
            <a:avLst/>
          </a:prstGeom>
          <a:noFill/>
        </p:spPr>
        <p:txBody>
          <a:bodyPr wrap="square" lIns="0" tIns="0" rIns="0" bIns="0" rtlCol="0">
            <a:spAutoFit/>
          </a:bodyPr>
          <a:lstStyle>
            <a:defPPr>
              <a:defRPr lang="en-US"/>
            </a:defPPr>
            <a:lvl1pPr>
              <a:spcBef>
                <a:spcPts val="0"/>
              </a:spcBef>
              <a:defRPr sz="1200" b="1">
                <a:solidFill>
                  <a:schemeClr val="bg1"/>
                </a:solidFill>
                <a:latin typeface="+mn-ea"/>
              </a:defRPr>
            </a:lvl1pPr>
          </a:lstStyle>
          <a:p>
            <a:r>
              <a:rPr lang="zh-CN" altLang="en-US" sz="1091" dirty="0"/>
              <a:t>标普</a:t>
            </a:r>
            <a:r>
              <a:rPr lang="en-US" altLang="zh-CN" sz="1091" dirty="0"/>
              <a:t>500</a:t>
            </a:r>
            <a:r>
              <a:rPr lang="zh-CN" altLang="en-US" sz="1091" dirty="0"/>
              <a:t>已经新高，</a:t>
            </a:r>
            <a:endParaRPr lang="en-US" altLang="zh-CN" sz="1091" dirty="0"/>
          </a:p>
          <a:p>
            <a:r>
              <a:rPr lang="zh-CN" altLang="en-US" sz="1091" dirty="0"/>
              <a:t>美股总体估值较高</a:t>
            </a:r>
          </a:p>
        </p:txBody>
      </p:sp>
      <p:sp>
        <p:nvSpPr>
          <p:cNvPr id="11" name="TextBox 10">
            <a:extLst>
              <a:ext uri="{FF2B5EF4-FFF2-40B4-BE49-F238E27FC236}">
                <a16:creationId xmlns:a16="http://schemas.microsoft.com/office/drawing/2014/main" id="{DF9E961D-A904-F7E5-3817-323B49259D28}"/>
              </a:ext>
            </a:extLst>
          </p:cNvPr>
          <p:cNvSpPr txBox="1"/>
          <p:nvPr/>
        </p:nvSpPr>
        <p:spPr>
          <a:xfrm>
            <a:off x="2610198" y="3765837"/>
            <a:ext cx="2083415" cy="503599"/>
          </a:xfrm>
          <a:prstGeom prst="rect">
            <a:avLst/>
          </a:prstGeom>
          <a:noFill/>
        </p:spPr>
        <p:txBody>
          <a:bodyPr wrap="square" lIns="0" tIns="0" rIns="0" bIns="0" rtlCol="0">
            <a:spAutoFit/>
          </a:bodyPr>
          <a:lstStyle/>
          <a:p>
            <a:r>
              <a:rPr lang="zh-CN" altLang="en-US" sz="1091" b="1" dirty="0">
                <a:solidFill>
                  <a:schemeClr val="bg1"/>
                </a:solidFill>
                <a:latin typeface="+mn-ea"/>
              </a:rPr>
              <a:t>若关税谈判不及预期，</a:t>
            </a:r>
            <a:endParaRPr lang="en-US" altLang="zh-CN" sz="1091" b="1" dirty="0">
              <a:solidFill>
                <a:schemeClr val="bg1"/>
              </a:solidFill>
              <a:latin typeface="+mn-ea"/>
            </a:endParaRPr>
          </a:p>
          <a:p>
            <a:r>
              <a:rPr lang="en-US" altLang="zh-CN" sz="1091" b="1" dirty="0">
                <a:solidFill>
                  <a:schemeClr val="bg1"/>
                </a:solidFill>
                <a:latin typeface="+mn-ea"/>
              </a:rPr>
              <a:t>CPI</a:t>
            </a:r>
            <a:r>
              <a:rPr lang="zh-CN" altLang="en-US" sz="1091" b="1" dirty="0">
                <a:solidFill>
                  <a:schemeClr val="bg1"/>
                </a:solidFill>
                <a:latin typeface="+mn-ea"/>
              </a:rPr>
              <a:t>尤其商品通胀可能回升，</a:t>
            </a:r>
            <a:endParaRPr lang="en-US" altLang="zh-CN" sz="1091" b="1" dirty="0">
              <a:solidFill>
                <a:schemeClr val="bg1"/>
              </a:solidFill>
              <a:latin typeface="+mn-ea"/>
            </a:endParaRPr>
          </a:p>
          <a:p>
            <a:r>
              <a:rPr lang="zh-CN" altLang="en-US" sz="1091" b="1" dirty="0">
                <a:solidFill>
                  <a:schemeClr val="bg1"/>
                </a:solidFill>
                <a:latin typeface="+mn-ea"/>
              </a:rPr>
              <a:t>美股表现或分化</a:t>
            </a:r>
          </a:p>
        </p:txBody>
      </p:sp>
      <p:sp>
        <p:nvSpPr>
          <p:cNvPr id="13" name="TextBox 12">
            <a:extLst>
              <a:ext uri="{FF2B5EF4-FFF2-40B4-BE49-F238E27FC236}">
                <a16:creationId xmlns:a16="http://schemas.microsoft.com/office/drawing/2014/main" id="{136AC61F-F391-8765-90CF-C05EFBFF8E37}"/>
              </a:ext>
            </a:extLst>
          </p:cNvPr>
          <p:cNvSpPr txBox="1"/>
          <p:nvPr/>
        </p:nvSpPr>
        <p:spPr>
          <a:xfrm>
            <a:off x="1375951" y="322645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图表一：近两年</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CPI</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
        <p:nvSpPr>
          <p:cNvPr id="14" name="TextBox 13">
            <a:extLst>
              <a:ext uri="{FF2B5EF4-FFF2-40B4-BE49-F238E27FC236}">
                <a16:creationId xmlns:a16="http://schemas.microsoft.com/office/drawing/2014/main" id="{668FC664-B82D-FE6E-4EFE-43F2B309F355}"/>
              </a:ext>
            </a:extLst>
          </p:cNvPr>
          <p:cNvSpPr txBox="1"/>
          <p:nvPr/>
        </p:nvSpPr>
        <p:spPr>
          <a:xfrm>
            <a:off x="5965736" y="3226452"/>
            <a:ext cx="180231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图表二：标普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Tree>
    <p:extLst>
      <p:ext uri="{BB962C8B-B14F-4D97-AF65-F5344CB8AC3E}">
        <p14:creationId xmlns:p14="http://schemas.microsoft.com/office/powerpoint/2010/main" val="2975931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016EF-42B9-4A77-90DA-CCE3AE2782B7}"/>
            </a:ext>
          </a:extLst>
        </p:cNvPr>
        <p:cNvGrpSpPr/>
        <p:nvPr/>
      </p:nvGrpSpPr>
      <p:grpSpPr>
        <a:xfrm>
          <a:off x="0" y="0"/>
          <a:ext cx="0" cy="0"/>
          <a:chOff x="0" y="0"/>
          <a:chExt cx="0" cy="0"/>
        </a:xfrm>
      </p:grpSpPr>
      <p:pic>
        <p:nvPicPr>
          <p:cNvPr id="7" name="图片 6">
            <a:extLst>
              <a:ext uri="{FF2B5EF4-FFF2-40B4-BE49-F238E27FC236}">
                <a16:creationId xmlns:a16="http://schemas.microsoft.com/office/drawing/2014/main" id="{B16D0E2E-5D86-A043-A85E-A3FC5C90831D}"/>
              </a:ext>
            </a:extLst>
          </p:cNvPr>
          <p:cNvPicPr>
            <a:picLocks noChangeAspect="1"/>
          </p:cNvPicPr>
          <p:nvPr/>
        </p:nvPicPr>
        <p:blipFill>
          <a:blip r:embed="rId3"/>
          <a:stretch>
            <a:fillRect/>
          </a:stretch>
        </p:blipFill>
        <p:spPr>
          <a:xfrm>
            <a:off x="1532659" y="3708798"/>
            <a:ext cx="7039724" cy="3128228"/>
          </a:xfrm>
          <a:prstGeom prst="rect">
            <a:avLst/>
          </a:prstGeom>
        </p:spPr>
      </p:pic>
      <p:graphicFrame>
        <p:nvGraphicFramePr>
          <p:cNvPr id="2" name="think-cell data - do not delete" hidden="1">
            <a:extLst>
              <a:ext uri="{FF2B5EF4-FFF2-40B4-BE49-F238E27FC236}">
                <a16:creationId xmlns:a16="http://schemas.microsoft.com/office/drawing/2014/main" id="{4F97752F-361E-C425-7CB1-F4AF215D8642}"/>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4" imgW="347" imgH="348" progId="TCLayout.ActiveDocument.1">
                  <p:embed/>
                </p:oleObj>
              </mc:Choice>
              <mc:Fallback>
                <p:oleObj name="think-cell Slide" r:id="rId4" imgW="347" imgH="348" progId="TCLayout.ActiveDocument.1">
                  <p:embed/>
                  <p:pic>
                    <p:nvPicPr>
                      <p:cNvPr id="2" name="think-cell data - do not delete" hidden="1">
                        <a:extLst>
                          <a:ext uri="{FF2B5EF4-FFF2-40B4-BE49-F238E27FC236}">
                            <a16:creationId xmlns:a16="http://schemas.microsoft.com/office/drawing/2014/main" id="{4F97752F-361E-C425-7CB1-F4AF215D8642}"/>
                          </a:ext>
                        </a:extLst>
                      </p:cNvPr>
                      <p:cNvPicPr/>
                      <p:nvPr/>
                    </p:nvPicPr>
                    <p:blipFill>
                      <a:blip r:embed="rId5"/>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0EAB8431-6958-77FF-1CCA-8AAA95E6ED0D}"/>
              </a:ext>
            </a:extLst>
          </p:cNvPr>
          <p:cNvSpPr>
            <a:spLocks noGrp="1"/>
          </p:cNvSpPr>
          <p:nvPr>
            <p:ph type="title"/>
          </p:nvPr>
        </p:nvSpPr>
        <p:spPr/>
        <p:txBody>
          <a:bodyPr/>
          <a:lstStyle/>
          <a:p>
            <a:r>
              <a:rPr lang="zh-CN" altLang="en-US" b="1" dirty="0">
                <a:solidFill>
                  <a:srgbClr val="002060"/>
                </a:solidFill>
              </a:rPr>
              <a:t>黄金：中长期看好</a:t>
            </a:r>
          </a:p>
        </p:txBody>
      </p:sp>
      <p:sp>
        <p:nvSpPr>
          <p:cNvPr id="4" name="内容占位符 7">
            <a:extLst>
              <a:ext uri="{FF2B5EF4-FFF2-40B4-BE49-F238E27FC236}">
                <a16:creationId xmlns:a16="http://schemas.microsoft.com/office/drawing/2014/main" id="{178B4EF9-D832-4AEC-AFB3-4029CAC9A6AE}"/>
              </a:ext>
            </a:extLst>
          </p:cNvPr>
          <p:cNvSpPr>
            <a:spLocks noGrp="1"/>
          </p:cNvSpPr>
          <p:nvPr>
            <p:ph idx="4294967295"/>
          </p:nvPr>
        </p:nvSpPr>
        <p:spPr>
          <a:xfrm>
            <a:off x="382385" y="1051258"/>
            <a:ext cx="8354291" cy="2377742"/>
          </a:xfrm>
        </p:spPr>
        <p:txBody>
          <a:bodyPr/>
          <a:lstStyle/>
          <a:p>
            <a:pPr marL="0" indent="0">
              <a:buNone/>
            </a:pPr>
            <a:r>
              <a:rPr lang="zh-CN" altLang="en-US" sz="1600" b="1" dirty="0">
                <a:latin typeface="+mn-ea"/>
              </a:rPr>
              <a:t>机会二：港股估值仍有优势，有望受惠于全球资金的重新配置</a:t>
            </a:r>
          </a:p>
          <a:p>
            <a:r>
              <a:rPr lang="zh-CN" altLang="en-US" sz="1600" dirty="0">
                <a:latin typeface="+mn-ea"/>
              </a:rPr>
              <a:t>影子美元资产（港元）将受惠投资人在地域上更为分散的配置策略；</a:t>
            </a:r>
          </a:p>
          <a:p>
            <a:r>
              <a:rPr lang="zh-CN" altLang="en-US" sz="1600" dirty="0">
                <a:latin typeface="+mn-ea"/>
              </a:rPr>
              <a:t>叠加港股估值合理，恒生指数市盈率位处历史均值附近（现时：</a:t>
            </a:r>
            <a:r>
              <a:rPr lang="en-US" altLang="zh-CN" sz="1600" dirty="0">
                <a:latin typeface="+mn-ea"/>
              </a:rPr>
              <a:t>10.7</a:t>
            </a:r>
            <a:r>
              <a:rPr lang="zh-CN" altLang="en-US" sz="1600" dirty="0">
                <a:latin typeface="+mn-ea"/>
              </a:rPr>
              <a:t>倍；均值：</a:t>
            </a:r>
            <a:r>
              <a:rPr lang="en-US" altLang="zh-CN" sz="1600" dirty="0">
                <a:latin typeface="+mn-ea"/>
              </a:rPr>
              <a:t>9.7</a:t>
            </a:r>
            <a:r>
              <a:rPr lang="zh-CN" altLang="en-US" sz="1600" dirty="0">
                <a:latin typeface="+mn-ea"/>
              </a:rPr>
              <a:t>倍），我们预期国际资金流入港元资产，将推升港股市盈率至</a:t>
            </a:r>
            <a:r>
              <a:rPr lang="en-US" altLang="zh-CN" sz="1600" dirty="0">
                <a:latin typeface="+mn-ea"/>
              </a:rPr>
              <a:t>11</a:t>
            </a:r>
            <a:r>
              <a:rPr lang="zh-CN" altLang="en-US" sz="1600" dirty="0">
                <a:latin typeface="+mn-ea"/>
              </a:rPr>
              <a:t>倍。若中美关系没有恶化，恒生指数目标为</a:t>
            </a:r>
            <a:r>
              <a:rPr lang="en-US" altLang="zh-CN" sz="1600" dirty="0">
                <a:latin typeface="+mn-ea"/>
              </a:rPr>
              <a:t>26400-26900</a:t>
            </a:r>
            <a:r>
              <a:rPr lang="zh-CN" altLang="en-US" sz="1600" dirty="0">
                <a:latin typeface="+mn-ea"/>
              </a:rPr>
              <a:t>点，潜在涨幅达</a:t>
            </a:r>
            <a:r>
              <a:rPr lang="en-US" altLang="zh-CN" sz="1600" dirty="0">
                <a:latin typeface="+mn-ea"/>
              </a:rPr>
              <a:t>5-7%</a:t>
            </a:r>
            <a:r>
              <a:rPr lang="zh-CN" altLang="en-US" sz="1600" dirty="0">
                <a:latin typeface="+mn-ea"/>
              </a:rPr>
              <a:t>。</a:t>
            </a:r>
          </a:p>
          <a:p>
            <a:r>
              <a:rPr lang="zh-CN" altLang="en-US" sz="1600" dirty="0">
                <a:latin typeface="+mn-ea"/>
              </a:rPr>
              <a:t>推荐杠铃策略择机参与港股市场：</a:t>
            </a:r>
            <a:endParaRPr lang="zh-CN" altLang="en-US" sz="1364" dirty="0">
              <a:latin typeface="+mn-ea"/>
            </a:endParaRPr>
          </a:p>
        </p:txBody>
      </p:sp>
      <p:sp>
        <p:nvSpPr>
          <p:cNvPr id="9" name="文本框 5">
            <a:extLst>
              <a:ext uri="{FF2B5EF4-FFF2-40B4-BE49-F238E27FC236}">
                <a16:creationId xmlns:a16="http://schemas.microsoft.com/office/drawing/2014/main" id="{8EDA1E7F-1AD1-58EC-BDEE-1230208D6E12}"/>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13" name="TextBox 12">
            <a:extLst>
              <a:ext uri="{FF2B5EF4-FFF2-40B4-BE49-F238E27FC236}">
                <a16:creationId xmlns:a16="http://schemas.microsoft.com/office/drawing/2014/main" id="{DAFC2298-0ABE-140B-539A-67DE336A5AE4}"/>
              </a:ext>
            </a:extLst>
          </p:cNvPr>
          <p:cNvSpPr txBox="1"/>
          <p:nvPr/>
        </p:nvSpPr>
        <p:spPr>
          <a:xfrm>
            <a:off x="3596559" y="3429000"/>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图表：恒生指数估值</a:t>
            </a:r>
          </a:p>
        </p:txBody>
      </p:sp>
      <p:sp>
        <p:nvSpPr>
          <p:cNvPr id="5" name="TextBox 4">
            <a:extLst>
              <a:ext uri="{FF2B5EF4-FFF2-40B4-BE49-F238E27FC236}">
                <a16:creationId xmlns:a16="http://schemas.microsoft.com/office/drawing/2014/main" id="{1E356E67-D907-FBFD-0788-16DFA9858823}"/>
              </a:ext>
            </a:extLst>
          </p:cNvPr>
          <p:cNvSpPr txBox="1"/>
          <p:nvPr/>
        </p:nvSpPr>
        <p:spPr>
          <a:xfrm>
            <a:off x="3505258" y="4104310"/>
            <a:ext cx="3659814" cy="167866"/>
          </a:xfrm>
          <a:prstGeom prst="rect">
            <a:avLst/>
          </a:prstGeom>
          <a:noFill/>
        </p:spPr>
        <p:txBody>
          <a:bodyPr wrap="square" lIns="0" tIns="0" rIns="0" bIns="0" rtlCol="0">
            <a:spAutoFit/>
          </a:bodyPr>
          <a:lstStyle/>
          <a:p>
            <a:r>
              <a:rPr lang="zh-CN" altLang="en-US" sz="1091" b="1" dirty="0">
                <a:solidFill>
                  <a:schemeClr val="bg1"/>
                </a:solidFill>
                <a:latin typeface="+mn-ea"/>
              </a:rPr>
              <a:t>即使经过此前上涨，恒指估值仍然仅在</a:t>
            </a:r>
            <a:r>
              <a:rPr lang="en-US" altLang="zh-CN" sz="1091" b="1" dirty="0">
                <a:solidFill>
                  <a:schemeClr val="bg1"/>
                </a:solidFill>
                <a:latin typeface="+mn-ea"/>
              </a:rPr>
              <a:t>5</a:t>
            </a:r>
            <a:r>
              <a:rPr lang="zh-CN" altLang="en-US" sz="1091" b="1" dirty="0">
                <a:solidFill>
                  <a:schemeClr val="bg1"/>
                </a:solidFill>
                <a:latin typeface="+mn-ea"/>
              </a:rPr>
              <a:t>年均值上方</a:t>
            </a:r>
          </a:p>
        </p:txBody>
      </p:sp>
    </p:spTree>
    <p:extLst>
      <p:ext uri="{BB962C8B-B14F-4D97-AF65-F5344CB8AC3E}">
        <p14:creationId xmlns:p14="http://schemas.microsoft.com/office/powerpoint/2010/main" val="41704232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54C07-8346-1CA4-723B-2DEA7DAE1D9A}"/>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D55F0C74-AF10-4791-56D3-F3E8BEA10206}"/>
              </a:ext>
            </a:extLst>
          </p:cNvPr>
          <p:cNvSpPr>
            <a:spLocks noGrp="1"/>
          </p:cNvSpPr>
          <p:nvPr>
            <p:ph type="title"/>
          </p:nvPr>
        </p:nvSpPr>
        <p:spPr/>
        <p:txBody>
          <a:bodyPr/>
          <a:lstStyle/>
          <a:p>
            <a:r>
              <a:rPr lang="zh-CN" altLang="en-US" b="1" dirty="0">
                <a:solidFill>
                  <a:srgbClr val="002060"/>
                </a:solidFill>
              </a:rPr>
              <a:t>个股精选</a:t>
            </a:r>
          </a:p>
        </p:txBody>
      </p:sp>
      <p:pic>
        <p:nvPicPr>
          <p:cNvPr id="2" name="图片 1">
            <a:extLst>
              <a:ext uri="{FF2B5EF4-FFF2-40B4-BE49-F238E27FC236}">
                <a16:creationId xmlns:a16="http://schemas.microsoft.com/office/drawing/2014/main" id="{354DDD29-7D13-30C7-6B37-759BE9B518E9}"/>
              </a:ext>
            </a:extLst>
          </p:cNvPr>
          <p:cNvPicPr>
            <a:picLocks noChangeAspect="1"/>
          </p:cNvPicPr>
          <p:nvPr/>
        </p:nvPicPr>
        <p:blipFill>
          <a:blip r:embed="rId2"/>
          <a:stretch>
            <a:fillRect/>
          </a:stretch>
        </p:blipFill>
        <p:spPr>
          <a:xfrm>
            <a:off x="0" y="1435399"/>
            <a:ext cx="9144000" cy="3454196"/>
          </a:xfrm>
          <a:prstGeom prst="rect">
            <a:avLst/>
          </a:prstGeom>
        </p:spPr>
      </p:pic>
    </p:spTree>
    <p:extLst>
      <p:ext uri="{BB962C8B-B14F-4D97-AF65-F5344CB8AC3E}">
        <p14:creationId xmlns:p14="http://schemas.microsoft.com/office/powerpoint/2010/main" val="3651259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DECE1-A75E-E5E0-9CE6-73C364C9780B}"/>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5F673A46-2970-9C15-8954-A8597281BFEC}"/>
              </a:ext>
            </a:extLst>
          </p:cNvPr>
          <p:cNvSpPr>
            <a:spLocks noGrp="1"/>
          </p:cNvSpPr>
          <p:nvPr>
            <p:ph type="title"/>
          </p:nvPr>
        </p:nvSpPr>
        <p:spPr/>
        <p:txBody>
          <a:bodyPr/>
          <a:lstStyle/>
          <a:p>
            <a:r>
              <a:rPr lang="zh-CN" altLang="en-US" b="1" dirty="0">
                <a:solidFill>
                  <a:srgbClr val="002060"/>
                </a:solidFill>
              </a:rPr>
              <a:t>个股观点更新</a:t>
            </a:r>
          </a:p>
        </p:txBody>
      </p:sp>
      <p:graphicFrame>
        <p:nvGraphicFramePr>
          <p:cNvPr id="2" name="表格 1">
            <a:extLst>
              <a:ext uri="{FF2B5EF4-FFF2-40B4-BE49-F238E27FC236}">
                <a16:creationId xmlns:a16="http://schemas.microsoft.com/office/drawing/2014/main" id="{DD36E88C-AB4B-940D-64E4-A5AD6B3CA733}"/>
              </a:ext>
            </a:extLst>
          </p:cNvPr>
          <p:cNvGraphicFramePr>
            <a:graphicFrameLocks noGrp="1"/>
          </p:cNvGraphicFramePr>
          <p:nvPr>
            <p:extLst>
              <p:ext uri="{D42A27DB-BD31-4B8C-83A1-F6EECF244321}">
                <p14:modId xmlns:p14="http://schemas.microsoft.com/office/powerpoint/2010/main" val="3171600427"/>
              </p:ext>
            </p:extLst>
          </p:nvPr>
        </p:nvGraphicFramePr>
        <p:xfrm>
          <a:off x="1524000" y="1397001"/>
          <a:ext cx="6096000" cy="1751014"/>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2389200839"/>
                    </a:ext>
                  </a:extLst>
                </a:gridCol>
                <a:gridCol w="1524000">
                  <a:extLst>
                    <a:ext uri="{9D8B030D-6E8A-4147-A177-3AD203B41FA5}">
                      <a16:colId xmlns:a16="http://schemas.microsoft.com/office/drawing/2014/main" val="3662706966"/>
                    </a:ext>
                  </a:extLst>
                </a:gridCol>
                <a:gridCol w="1524000">
                  <a:extLst>
                    <a:ext uri="{9D8B030D-6E8A-4147-A177-3AD203B41FA5}">
                      <a16:colId xmlns:a16="http://schemas.microsoft.com/office/drawing/2014/main" val="629658998"/>
                    </a:ext>
                  </a:extLst>
                </a:gridCol>
                <a:gridCol w="1524000">
                  <a:extLst>
                    <a:ext uri="{9D8B030D-6E8A-4147-A177-3AD203B41FA5}">
                      <a16:colId xmlns:a16="http://schemas.microsoft.com/office/drawing/2014/main" val="951091473"/>
                    </a:ext>
                  </a:extLst>
                </a:gridCol>
              </a:tblGrid>
              <a:tr h="285783">
                <a:tc>
                  <a:txBody>
                    <a:bodyPr/>
                    <a:lstStyle/>
                    <a:p>
                      <a:endParaRPr lang="zh-CN" altLang="en-US"/>
                    </a:p>
                  </a:txBody>
                  <a:tcPr/>
                </a:tc>
                <a:tc>
                  <a:txBody>
                    <a:bodyPr/>
                    <a:lstStyle/>
                    <a:p>
                      <a:r>
                        <a:rPr lang="zh-CN" altLang="en-US" dirty="0"/>
                        <a:t>彭博代码</a:t>
                      </a:r>
                    </a:p>
                  </a:txBody>
                  <a:tcPr/>
                </a:tc>
                <a:tc>
                  <a:txBody>
                    <a:bodyPr/>
                    <a:lstStyle/>
                    <a:p>
                      <a:r>
                        <a:rPr lang="zh-CN" altLang="en-US" dirty="0"/>
                        <a:t>前次观点</a:t>
                      </a:r>
                    </a:p>
                  </a:txBody>
                  <a:tcPr/>
                </a:tc>
                <a:tc>
                  <a:txBody>
                    <a:bodyPr/>
                    <a:lstStyle/>
                    <a:p>
                      <a:r>
                        <a:rPr lang="zh-CN" altLang="en-US" dirty="0"/>
                        <a:t>更新观点</a:t>
                      </a:r>
                    </a:p>
                  </a:txBody>
                  <a:tcPr/>
                </a:tc>
                <a:extLst>
                  <a:ext uri="{0D108BD9-81ED-4DB2-BD59-A6C34878D82A}">
                    <a16:rowId xmlns:a16="http://schemas.microsoft.com/office/drawing/2014/main" val="1442429650"/>
                  </a:ext>
                </a:extLst>
              </a:tr>
              <a:tr h="285783">
                <a:tc>
                  <a:txBody>
                    <a:bodyPr/>
                    <a:lstStyle/>
                    <a:p>
                      <a:r>
                        <a:rPr lang="zh-CN" altLang="en-US" dirty="0"/>
                        <a:t>老铺黄金</a:t>
                      </a:r>
                    </a:p>
                  </a:txBody>
                  <a:tcPr/>
                </a:tc>
                <a:tc>
                  <a:txBody>
                    <a:bodyPr/>
                    <a:lstStyle/>
                    <a:p>
                      <a:r>
                        <a:rPr lang="en-US" altLang="zh-CN" dirty="0"/>
                        <a:t>6181 </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409416156"/>
                  </a:ext>
                </a:extLst>
              </a:tr>
              <a:tr h="285783">
                <a:tc>
                  <a:txBody>
                    <a:bodyPr/>
                    <a:lstStyle/>
                    <a:p>
                      <a:r>
                        <a:rPr lang="zh-CN" altLang="en-US" dirty="0"/>
                        <a:t>腾讯</a:t>
                      </a:r>
                      <a:endParaRPr lang="en-US" altLang="zh-CN" dirty="0"/>
                    </a:p>
                  </a:txBody>
                  <a:tcPr/>
                </a:tc>
                <a:tc>
                  <a:txBody>
                    <a:bodyPr/>
                    <a:lstStyle/>
                    <a:p>
                      <a:r>
                        <a:rPr lang="en-US" altLang="zh-CN" dirty="0"/>
                        <a:t>700</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830125234"/>
                  </a:ext>
                </a:extLst>
              </a:tr>
              <a:tr h="497477">
                <a:tc>
                  <a:txBody>
                    <a:bodyPr/>
                    <a:lstStyle/>
                    <a:p>
                      <a:r>
                        <a:rPr lang="zh-CN" altLang="en-US" dirty="0"/>
                        <a:t>阿里巴巴</a:t>
                      </a:r>
                    </a:p>
                    <a:p>
                      <a:endParaRPr lang="zh-CN" altLang="en-US" dirty="0"/>
                    </a:p>
                  </a:txBody>
                  <a:tcPr/>
                </a:tc>
                <a:tc>
                  <a:txBody>
                    <a:bodyPr/>
                    <a:lstStyle/>
                    <a:p>
                      <a:r>
                        <a:rPr lang="en-US" altLang="zh-CN" dirty="0"/>
                        <a:t>9988</a:t>
                      </a:r>
                      <a:endParaRPr lang="zh-CN" altLang="en-US" dirty="0"/>
                    </a:p>
                  </a:txBody>
                  <a:tcPr/>
                </a:tc>
                <a:tc>
                  <a:txBody>
                    <a:bodyPr/>
                    <a:lstStyle/>
                    <a:p>
                      <a:r>
                        <a:rPr lang="zh-CN" altLang="en-US" dirty="0"/>
                        <a:t>卖出</a:t>
                      </a:r>
                    </a:p>
                  </a:txBody>
                  <a:tcPr/>
                </a:tc>
                <a:tc>
                  <a:txBody>
                    <a:bodyPr/>
                    <a:lstStyle/>
                    <a:p>
                      <a:r>
                        <a:rPr lang="zh-CN" altLang="en-US" dirty="0"/>
                        <a:t>买入</a:t>
                      </a:r>
                    </a:p>
                  </a:txBody>
                  <a:tcPr/>
                </a:tc>
                <a:extLst>
                  <a:ext uri="{0D108BD9-81ED-4DB2-BD59-A6C34878D82A}">
                    <a16:rowId xmlns:a16="http://schemas.microsoft.com/office/drawing/2014/main" val="1672562370"/>
                  </a:ext>
                </a:extLst>
              </a:tr>
            </a:tbl>
          </a:graphicData>
        </a:graphic>
      </p:graphicFrame>
    </p:spTree>
    <p:extLst>
      <p:ext uri="{BB962C8B-B14F-4D97-AF65-F5344CB8AC3E}">
        <p14:creationId xmlns:p14="http://schemas.microsoft.com/office/powerpoint/2010/main" val="35133751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31509-2579-60C8-7ADD-B185A28FCD31}"/>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E121C6C9-1851-BA1A-F2FC-836D4B1F7A93}"/>
              </a:ext>
            </a:extLst>
          </p:cNvPr>
          <p:cNvSpPr>
            <a:spLocks noGrp="1"/>
          </p:cNvSpPr>
          <p:nvPr>
            <p:ph type="title"/>
          </p:nvPr>
        </p:nvSpPr>
        <p:spPr/>
        <p:txBody>
          <a:bodyPr/>
          <a:lstStyle/>
          <a:p>
            <a:r>
              <a:rPr lang="zh-CN" altLang="en-US" b="1" dirty="0">
                <a:solidFill>
                  <a:srgbClr val="002060"/>
                </a:solidFill>
              </a:rPr>
              <a:t>个债精选</a:t>
            </a:r>
          </a:p>
        </p:txBody>
      </p:sp>
      <p:graphicFrame>
        <p:nvGraphicFramePr>
          <p:cNvPr id="2" name="object 5">
            <a:extLst>
              <a:ext uri="{FF2B5EF4-FFF2-40B4-BE49-F238E27FC236}">
                <a16:creationId xmlns:a16="http://schemas.microsoft.com/office/drawing/2014/main" id="{9DED0352-8894-7AC8-C363-B9AE8E7150B1}"/>
              </a:ext>
            </a:extLst>
          </p:cNvPr>
          <p:cNvGraphicFramePr>
            <a:graphicFrameLocks noGrp="1"/>
          </p:cNvGraphicFramePr>
          <p:nvPr>
            <p:extLst>
              <p:ext uri="{D42A27DB-BD31-4B8C-83A1-F6EECF244321}">
                <p14:modId xmlns:p14="http://schemas.microsoft.com/office/powerpoint/2010/main" val="3914459061"/>
              </p:ext>
            </p:extLst>
          </p:nvPr>
        </p:nvGraphicFramePr>
        <p:xfrm>
          <a:off x="382778" y="1125994"/>
          <a:ext cx="8378443" cy="4839999"/>
        </p:xfrm>
        <a:graphic>
          <a:graphicData uri="http://schemas.openxmlformats.org/drawingml/2006/table">
            <a:tbl>
              <a:tblPr firstRow="1" bandRow="1">
                <a:tableStyleId>{5C22544A-7EE6-4342-B048-85BDC9FD1C3A}</a:tableStyleId>
              </a:tblPr>
              <a:tblGrid>
                <a:gridCol w="926744">
                  <a:extLst>
                    <a:ext uri="{9D8B030D-6E8A-4147-A177-3AD203B41FA5}">
                      <a16:colId xmlns:a16="http://schemas.microsoft.com/office/drawing/2014/main" val="20000"/>
                    </a:ext>
                  </a:extLst>
                </a:gridCol>
                <a:gridCol w="1522832">
                  <a:extLst>
                    <a:ext uri="{9D8B030D-6E8A-4147-A177-3AD203B41FA5}">
                      <a16:colId xmlns:a16="http://schemas.microsoft.com/office/drawing/2014/main" val="20001"/>
                    </a:ext>
                  </a:extLst>
                </a:gridCol>
                <a:gridCol w="1295400">
                  <a:extLst>
                    <a:ext uri="{9D8B030D-6E8A-4147-A177-3AD203B41FA5}">
                      <a16:colId xmlns:a16="http://schemas.microsoft.com/office/drawing/2014/main" val="4210323297"/>
                    </a:ext>
                  </a:extLst>
                </a:gridCol>
                <a:gridCol w="457200">
                  <a:extLst>
                    <a:ext uri="{9D8B030D-6E8A-4147-A177-3AD203B41FA5}">
                      <a16:colId xmlns:a16="http://schemas.microsoft.com/office/drawing/2014/main" val="20002"/>
                    </a:ext>
                  </a:extLst>
                </a:gridCol>
                <a:gridCol w="533400">
                  <a:extLst>
                    <a:ext uri="{9D8B030D-6E8A-4147-A177-3AD203B41FA5}">
                      <a16:colId xmlns:a16="http://schemas.microsoft.com/office/drawing/2014/main" val="20003"/>
                    </a:ext>
                  </a:extLst>
                </a:gridCol>
                <a:gridCol w="3810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06837">
                  <a:extLst>
                    <a:ext uri="{9D8B030D-6E8A-4147-A177-3AD203B41FA5}">
                      <a16:colId xmlns:a16="http://schemas.microsoft.com/office/drawing/2014/main" val="20008"/>
                    </a:ext>
                  </a:extLst>
                </a:gridCol>
                <a:gridCol w="527415">
                  <a:extLst>
                    <a:ext uri="{9D8B030D-6E8A-4147-A177-3AD203B41FA5}">
                      <a16:colId xmlns:a16="http://schemas.microsoft.com/office/drawing/2014/main" val="20009"/>
                    </a:ext>
                  </a:extLst>
                </a:gridCol>
                <a:gridCol w="527415">
                  <a:extLst>
                    <a:ext uri="{9D8B030D-6E8A-4147-A177-3AD203B41FA5}">
                      <a16:colId xmlns:a16="http://schemas.microsoft.com/office/drawing/2014/main" val="20010"/>
                    </a:ext>
                  </a:extLst>
                </a:gridCol>
              </a:tblGrid>
              <a:tr h="506709">
                <a:tc>
                  <a:txBody>
                    <a:bodyPr/>
                    <a:lstStyle/>
                    <a:p>
                      <a:pPr algn="ctr" fontAlgn="ctr"/>
                      <a:r>
                        <a:rPr lang="zh-CN" altLang="en-US" sz="1000" b="1" u="none" strike="noStrike" dirty="0">
                          <a:solidFill>
                            <a:srgbClr val="FFFFFF"/>
                          </a:solidFill>
                          <a:effectLst/>
                          <a:latin typeface="+mj-lt"/>
                        </a:rPr>
                        <a:t>国际证券号码</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a:t>
                      </a:r>
                      <a:r>
                        <a:rPr lang="zh-CN" altLang="en-US" sz="1000" b="1" i="0" u="none" strike="noStrike" dirty="0">
                          <a:solidFill>
                            <a:srgbClr val="FFFFFF"/>
                          </a:solidFill>
                          <a:effectLst/>
                          <a:latin typeface="+mj-lt"/>
                          <a:ea typeface="STXihei" panose="02010600040101010101" pitchFamily="2" charset="-122"/>
                        </a:rPr>
                        <a:t>英文</a:t>
                      </a:r>
                      <a:r>
                        <a:rPr lang="en-US" altLang="zh-CN" sz="1000" b="1" i="0" u="none" strike="noStrike" dirty="0">
                          <a:solidFill>
                            <a:srgbClr val="FFFFFF"/>
                          </a:solidFill>
                          <a:effectLst/>
                          <a:latin typeface="+mj-lt"/>
                          <a:ea typeface="STXihei" panose="02010600040101010101" pitchFamily="2" charset="-122"/>
                        </a:rPr>
                        <a:t>)</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 </a:t>
                      </a:r>
                      <a:r>
                        <a:rPr lang="zh-CN" altLang="en-US" sz="1000" b="1" i="0" u="none" strike="noStrike" dirty="0">
                          <a:solidFill>
                            <a:srgbClr val="FFFFFF"/>
                          </a:solidFill>
                          <a:effectLst/>
                          <a:latin typeface="+mj-lt"/>
                          <a:ea typeface="STXihei" panose="02010600040101010101" pitchFamily="2" charset="-122"/>
                        </a:rPr>
                        <a:t>风险国家</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穆迪</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标准普尔</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惠誉</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票息</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价格*</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下一个</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赎回日期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到期日</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存续期*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收益率*</a:t>
                      </a:r>
                    </a:p>
                  </a:txBody>
                  <a:tcPr marL="9525" marR="9525" marT="9525" marB="0" anchor="ctr">
                    <a:solidFill>
                      <a:srgbClr val="002060"/>
                    </a:solidFill>
                  </a:tcPr>
                </a:tc>
                <a:extLst>
                  <a:ext uri="{0D108BD9-81ED-4DB2-BD59-A6C34878D82A}">
                    <a16:rowId xmlns:a16="http://schemas.microsoft.com/office/drawing/2014/main" val="1000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XS1993771325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Lee &amp; Man Paper  Manufacturing 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理文造纸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99.80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5/29/2024 @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5.59%</a:t>
                      </a:r>
                    </a:p>
                  </a:txBody>
                  <a:tcPr marL="4763" marR="4763" marT="4763" marB="0" anchor="ctr"/>
                </a:tc>
                <a:extLst>
                  <a:ext uri="{0D108BD9-81ED-4DB2-BD59-A6C34878D82A}">
                    <a16:rowId xmlns:a16="http://schemas.microsoft.com/office/drawing/2014/main" val="10003"/>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USG5975LAD85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Melco Resorts and Entertainment</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新濠博亚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澳门</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Ba3</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5.625%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94.65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7/17/2022 @ 102.813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2027/7/17</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6.83%</a:t>
                      </a:r>
                    </a:p>
                  </a:txBody>
                  <a:tcPr marL="4763" marR="4763" marT="4763" marB="0" anchor="ctr"/>
                </a:tc>
                <a:extLst>
                  <a:ext uri="{0D108BD9-81ED-4DB2-BD59-A6C34878D82A}">
                    <a16:rowId xmlns:a16="http://schemas.microsoft.com/office/drawing/2014/main" val="3577321519"/>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XS2026295639</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LS Finance 2017 Ltd. (Lifestyle)</a:t>
                      </a:r>
                      <a:endParaRPr 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利福国际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endParaRPr lang="zh-CN" alt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4.875%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95.50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2024/7/15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2.18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6.96%</a:t>
                      </a:r>
                    </a:p>
                  </a:txBody>
                  <a:tcPr marL="4763" marR="4763" marT="4763" marB="0" anchor="ctr"/>
                </a:tc>
                <a:extLst>
                  <a:ext uri="{0D108BD9-81ED-4DB2-BD59-A6C34878D82A}">
                    <a16:rowId xmlns:a16="http://schemas.microsoft.com/office/drawing/2014/main" val="855505160"/>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XS2038876558</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FWD Group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富卫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6.375%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102.90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9/13/2024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2.26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5.14%</a:t>
                      </a:r>
                    </a:p>
                  </a:txBody>
                  <a:tcPr marL="4763" marR="4763" marT="4763" marB="0" anchor="ctr"/>
                </a:tc>
                <a:extLst>
                  <a:ext uri="{0D108BD9-81ED-4DB2-BD59-A6C34878D82A}">
                    <a16:rowId xmlns:a16="http://schemas.microsoft.com/office/drawing/2014/main" val="2100890303"/>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XS2050584866</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FEC Finance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远东发展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7.375%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18/10/2024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2.31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6.53%</a:t>
                      </a:r>
                    </a:p>
                  </a:txBody>
                  <a:tcPr marL="4763" marR="4763" marT="4763" marB="0" anchor="ctr"/>
                </a:tc>
                <a:extLst>
                  <a:ext uri="{0D108BD9-81ED-4DB2-BD59-A6C34878D82A}">
                    <a16:rowId xmlns:a16="http://schemas.microsoft.com/office/drawing/2014/main" val="2032190684"/>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XS2113708155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Shui On Development Holding</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瑞安房地产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93.60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3/3/2023 @ 102.75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2025/3/3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2.62</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7.93%</a:t>
                      </a:r>
                    </a:p>
                  </a:txBody>
                  <a:tcPr marL="4763" marR="4763" marT="4763" marB="0" anchor="ctr"/>
                </a:tc>
                <a:extLst>
                  <a:ext uri="{0D108BD9-81ED-4DB2-BD59-A6C34878D82A}">
                    <a16:rowId xmlns:a16="http://schemas.microsoft.com/office/drawing/2014/main" val="215652078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XS2209966386</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Chong Hing Bank </a:t>
                      </a:r>
                      <a:r>
                        <a:rPr lang="en-US" sz="1000" b="0" i="0" u="none" strike="noStrike" dirty="0">
                          <a:solidFill>
                            <a:srgbClr val="000000"/>
                          </a:solidFill>
                          <a:effectLst/>
                          <a:latin typeface="+mj-lt"/>
                          <a:ea typeface="STXihei" panose="02010600040101010101" pitchFamily="2" charset="-122"/>
                        </a:rPr>
                        <a:t>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创兴银行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Ba2</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8/3/2025 @ 100</a:t>
                      </a:r>
                    </a:p>
                  </a:txBody>
                  <a:tcPr marL="4763" marR="4763" marT="4763" marB="0" anchor="ctr"/>
                </a:tc>
                <a:tc>
                  <a:txBody>
                    <a:bodyPr/>
                    <a:lstStyle/>
                    <a:p>
                      <a:pPr algn="ctr" fontAlgn="ctr"/>
                      <a:r>
                        <a:rPr lang="zh-CN" altLang="en-US" sz="1000" b="0" i="0" u="none" strike="noStrike">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3.09</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4.86%</a:t>
                      </a:r>
                    </a:p>
                  </a:txBody>
                  <a:tcPr marL="4763" marR="4763" marT="4763" marB="0" anchor="ctr"/>
                </a:tc>
                <a:extLst>
                  <a:ext uri="{0D108BD9-81ED-4DB2-BD59-A6C34878D82A}">
                    <a16:rowId xmlns:a16="http://schemas.microsoft.com/office/drawing/2014/main" val="363133188"/>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US25470XAY13</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DISH DBS Corp.</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碟形网络公司 </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美国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WD</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99.70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2026/7/1</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3.58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7.83%</a:t>
                      </a:r>
                    </a:p>
                  </a:txBody>
                  <a:tcPr marL="4763" marR="4763" marT="4763" marB="0" anchor="ctr"/>
                </a:tc>
                <a:extLst>
                  <a:ext uri="{0D108BD9-81ED-4DB2-BD59-A6C34878D82A}">
                    <a16:rowId xmlns:a16="http://schemas.microsoft.com/office/drawing/2014/main" val="192631304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XS1422790615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HUARONG FINANCE II</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中国华融</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cs typeface="+mn-cs"/>
                        </a:rPr>
                        <a:t>BBB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4.625%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97.70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2026/6/3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3.77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5.23%</a:t>
                      </a:r>
                    </a:p>
                  </a:txBody>
                  <a:tcPr marL="4763" marR="4763" marT="4763" marB="0" anchor="ctr"/>
                </a:tc>
                <a:extLst>
                  <a:ext uri="{0D108BD9-81ED-4DB2-BD59-A6C34878D82A}">
                    <a16:rowId xmlns:a16="http://schemas.microsoft.com/office/drawing/2014/main" val="504954826"/>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US29250NAS45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Enbridge Inc.</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安桥公司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加拿大</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Baa3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99.50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7/15/2027 @100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2077/7/15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5.61%</a:t>
                      </a:r>
                    </a:p>
                  </a:txBody>
                  <a:tcPr marL="4763" marR="4763" marT="4763" marB="0" anchor="ctr"/>
                </a:tc>
                <a:extLst>
                  <a:ext uri="{0D108BD9-81ED-4DB2-BD59-A6C34878D82A}">
                    <a16:rowId xmlns:a16="http://schemas.microsoft.com/office/drawing/2014/main" val="3057292522"/>
                  </a:ext>
                </a:extLst>
              </a:tr>
            </a:tbl>
          </a:graphicData>
        </a:graphic>
      </p:graphicFrame>
    </p:spTree>
    <p:extLst>
      <p:ext uri="{BB962C8B-B14F-4D97-AF65-F5344CB8AC3E}">
        <p14:creationId xmlns:p14="http://schemas.microsoft.com/office/powerpoint/2010/main" val="1274348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338AFC4-9892-49B9-B466-DC106419FEE1}"/>
              </a:ext>
            </a:extLst>
          </p:cNvPr>
          <p:cNvSpPr>
            <a:spLocks noGrp="1"/>
          </p:cNvSpPr>
          <p:nvPr>
            <p:ph type="title"/>
          </p:nvPr>
        </p:nvSpPr>
        <p:spPr>
          <a:xfrm>
            <a:off x="381575" y="3"/>
            <a:ext cx="8354291" cy="856211"/>
          </a:xfrm>
        </p:spPr>
        <p:txBody>
          <a:bodyPr/>
          <a:lstStyle/>
          <a:p>
            <a:r>
              <a:rPr lang="zh-CN" altLang="en-US" dirty="0"/>
              <a:t>联系我们</a:t>
            </a:r>
          </a:p>
        </p:txBody>
      </p:sp>
      <p:grpSp>
        <p:nvGrpSpPr>
          <p:cNvPr id="2" name="组合 1">
            <a:extLst>
              <a:ext uri="{FF2B5EF4-FFF2-40B4-BE49-F238E27FC236}">
                <a16:creationId xmlns:a16="http://schemas.microsoft.com/office/drawing/2014/main" id="{77F3A00F-710C-8928-D71A-D77C6E332104}"/>
              </a:ext>
            </a:extLst>
          </p:cNvPr>
          <p:cNvGrpSpPr/>
          <p:nvPr/>
        </p:nvGrpSpPr>
        <p:grpSpPr>
          <a:xfrm>
            <a:off x="535448" y="1956176"/>
            <a:ext cx="3597913" cy="3736041"/>
            <a:chOff x="815035" y="2092230"/>
            <a:chExt cx="3778457" cy="3923516"/>
          </a:xfrm>
        </p:grpSpPr>
        <p:grpSp>
          <p:nvGrpSpPr>
            <p:cNvPr id="3" name="组合 2">
              <a:extLst>
                <a:ext uri="{FF2B5EF4-FFF2-40B4-BE49-F238E27FC236}">
                  <a16:creationId xmlns:a16="http://schemas.microsoft.com/office/drawing/2014/main" id="{1F4D8169-0087-890A-3F0C-BC8EF450E88B}"/>
                </a:ext>
              </a:extLst>
            </p:cNvPr>
            <p:cNvGrpSpPr/>
            <p:nvPr/>
          </p:nvGrpSpPr>
          <p:grpSpPr>
            <a:xfrm>
              <a:off x="815035" y="2092230"/>
              <a:ext cx="3778457" cy="3923516"/>
              <a:chOff x="806243" y="2206460"/>
              <a:chExt cx="3778457" cy="3923516"/>
            </a:xfrm>
          </p:grpSpPr>
          <p:grpSp>
            <p:nvGrpSpPr>
              <p:cNvPr id="8" name="组合 7">
                <a:extLst>
                  <a:ext uri="{FF2B5EF4-FFF2-40B4-BE49-F238E27FC236}">
                    <a16:creationId xmlns:a16="http://schemas.microsoft.com/office/drawing/2014/main" id="{7FDDDDB8-20D6-84C2-D907-99B343779F7B}"/>
                  </a:ext>
                </a:extLst>
              </p:cNvPr>
              <p:cNvGrpSpPr/>
              <p:nvPr/>
            </p:nvGrpSpPr>
            <p:grpSpPr>
              <a:xfrm>
                <a:off x="806243" y="2206460"/>
                <a:ext cx="3778457" cy="3923516"/>
                <a:chOff x="806243" y="2106087"/>
                <a:chExt cx="3549417" cy="3685683"/>
              </a:xfrm>
            </p:grpSpPr>
            <p:grpSp>
              <p:nvGrpSpPr>
                <p:cNvPr id="22" name="ïṧ1iḑè">
                  <a:extLst>
                    <a:ext uri="{FF2B5EF4-FFF2-40B4-BE49-F238E27FC236}">
                      <a16:creationId xmlns:a16="http://schemas.microsoft.com/office/drawing/2014/main" id="{134BA3DC-0E75-72DE-DB2B-630AA4AFD007}"/>
                    </a:ext>
                  </a:extLst>
                </p:cNvPr>
                <p:cNvGrpSpPr/>
                <p:nvPr/>
              </p:nvGrpSpPr>
              <p:grpSpPr>
                <a:xfrm>
                  <a:off x="806243" y="2106087"/>
                  <a:ext cx="3549417" cy="3646370"/>
                  <a:chOff x="1537719" y="1628800"/>
                  <a:chExt cx="3661643" cy="3761661"/>
                </a:xfrm>
              </p:grpSpPr>
              <p:sp>
                <p:nvSpPr>
                  <p:cNvPr id="30" name="ïṡḻîḍê">
                    <a:extLst>
                      <a:ext uri="{FF2B5EF4-FFF2-40B4-BE49-F238E27FC236}">
                        <a16:creationId xmlns:a16="http://schemas.microsoft.com/office/drawing/2014/main" id="{3D625B4C-3968-B2EF-AF76-E026505DF1AF}"/>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31" name="i$1iḍè">
                    <a:extLst>
                      <a:ext uri="{FF2B5EF4-FFF2-40B4-BE49-F238E27FC236}">
                        <a16:creationId xmlns:a16="http://schemas.microsoft.com/office/drawing/2014/main" id="{3B2B77E4-287B-6769-EB5B-6C6C6CC0905C}"/>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2" name="íṩḷiḍé">
                    <a:extLst>
                      <a:ext uri="{FF2B5EF4-FFF2-40B4-BE49-F238E27FC236}">
                        <a16:creationId xmlns:a16="http://schemas.microsoft.com/office/drawing/2014/main" id="{6D4D50C6-0924-3A4E-D9F3-1CCB880674FA}"/>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33" name="isļiḑe">
                    <a:extLst>
                      <a:ext uri="{FF2B5EF4-FFF2-40B4-BE49-F238E27FC236}">
                        <a16:creationId xmlns:a16="http://schemas.microsoft.com/office/drawing/2014/main" id="{7B6EE5F7-0B85-D131-38BB-8AD487F4BD27}"/>
                      </a:ext>
                    </a:extLst>
                  </p:cNvPr>
                  <p:cNvGrpSpPr/>
                  <p:nvPr/>
                </p:nvGrpSpPr>
                <p:grpSpPr>
                  <a:xfrm>
                    <a:off x="1537719" y="1628800"/>
                    <a:ext cx="3661643" cy="3761661"/>
                    <a:chOff x="1523492" y="1628800"/>
                    <a:chExt cx="3661643" cy="3761661"/>
                  </a:xfrm>
                  <a:solidFill>
                    <a:schemeClr val="bg1">
                      <a:lumMod val="95000"/>
                    </a:schemeClr>
                  </a:solidFill>
                </p:grpSpPr>
                <p:sp>
                  <p:nvSpPr>
                    <p:cNvPr id="34" name="isļïdé">
                      <a:extLst>
                        <a:ext uri="{FF2B5EF4-FFF2-40B4-BE49-F238E27FC236}">
                          <a16:creationId xmlns:a16="http://schemas.microsoft.com/office/drawing/2014/main" id="{04149B53-4DF9-4FA0-9BA8-2BA87CF03AE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35" name="is1iḋê">
                      <a:extLst>
                        <a:ext uri="{FF2B5EF4-FFF2-40B4-BE49-F238E27FC236}">
                          <a16:creationId xmlns:a16="http://schemas.microsoft.com/office/drawing/2014/main" id="{7F3B7997-3CAC-89CC-78D3-E87E08759802}"/>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6" name="iSlïḓè">
                      <a:extLst>
                        <a:ext uri="{FF2B5EF4-FFF2-40B4-BE49-F238E27FC236}">
                          <a16:creationId xmlns:a16="http://schemas.microsoft.com/office/drawing/2014/main" id="{EC8950FF-AD94-75AE-BC19-CE61D8EDA4CA}"/>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37" name="ïṩľiḍé">
                      <a:extLst>
                        <a:ext uri="{FF2B5EF4-FFF2-40B4-BE49-F238E27FC236}">
                          <a16:creationId xmlns:a16="http://schemas.microsoft.com/office/drawing/2014/main" id="{2BD2DF95-D3E0-72F2-67CF-C1A9DECED5B4}"/>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8" name="iṧľîdê">
                      <a:extLst>
                        <a:ext uri="{FF2B5EF4-FFF2-40B4-BE49-F238E27FC236}">
                          <a16:creationId xmlns:a16="http://schemas.microsoft.com/office/drawing/2014/main" id="{80B5BC0B-7735-0B49-1717-0B3676A32289}"/>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9" name="îSľíḑe">
                      <a:extLst>
                        <a:ext uri="{FF2B5EF4-FFF2-40B4-BE49-F238E27FC236}">
                          <a16:creationId xmlns:a16="http://schemas.microsoft.com/office/drawing/2014/main" id="{95B19516-8D2B-4EC3-7139-0405591A26D6}"/>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0" name="i$líḍè">
                      <a:extLst>
                        <a:ext uri="{FF2B5EF4-FFF2-40B4-BE49-F238E27FC236}">
                          <a16:creationId xmlns:a16="http://schemas.microsoft.com/office/drawing/2014/main" id="{0A033483-5828-48C5-74CE-16543E61478A}"/>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41" name="ïş1idè">
                      <a:extLst>
                        <a:ext uri="{FF2B5EF4-FFF2-40B4-BE49-F238E27FC236}">
                          <a16:creationId xmlns:a16="http://schemas.microsoft.com/office/drawing/2014/main" id="{13CD1AAF-0BC5-9EE0-9B47-E1C8E528DD53}"/>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2" name="iṥļíḋê">
                      <a:extLst>
                        <a:ext uri="{FF2B5EF4-FFF2-40B4-BE49-F238E27FC236}">
                          <a16:creationId xmlns:a16="http://schemas.microsoft.com/office/drawing/2014/main" id="{63824CF9-8126-4E74-9AA8-438EDBD48309}"/>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3" name="íşḷïḑe">
                      <a:extLst>
                        <a:ext uri="{FF2B5EF4-FFF2-40B4-BE49-F238E27FC236}">
                          <a16:creationId xmlns:a16="http://schemas.microsoft.com/office/drawing/2014/main" id="{36995848-5B09-2F3C-0843-F8057EFC2EA7}"/>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4" name="iṣ1íḑe">
                      <a:extLst>
                        <a:ext uri="{FF2B5EF4-FFF2-40B4-BE49-F238E27FC236}">
                          <a16:creationId xmlns:a16="http://schemas.microsoft.com/office/drawing/2014/main" id="{E80C859A-36B1-358B-E6AB-8303439DF027}"/>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5" name="íŝľiḑé">
                      <a:extLst>
                        <a:ext uri="{FF2B5EF4-FFF2-40B4-BE49-F238E27FC236}">
                          <a16:creationId xmlns:a16="http://schemas.microsoft.com/office/drawing/2014/main" id="{FCBF830F-8DEB-9207-997E-F74BE35B570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6" name="iṣ1iḋè">
                      <a:extLst>
                        <a:ext uri="{FF2B5EF4-FFF2-40B4-BE49-F238E27FC236}">
                          <a16:creationId xmlns:a16="http://schemas.microsoft.com/office/drawing/2014/main" id="{B07B8D5E-34A4-9765-A7F4-D78BBFC73BC8}"/>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 name="îşḷiḍé">
                      <a:extLst>
                        <a:ext uri="{FF2B5EF4-FFF2-40B4-BE49-F238E27FC236}">
                          <a16:creationId xmlns:a16="http://schemas.microsoft.com/office/drawing/2014/main" id="{6672F7DF-8C3F-F66A-9238-E3C86DD43921}"/>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 name="iṡḷîdé">
                      <a:extLst>
                        <a:ext uri="{FF2B5EF4-FFF2-40B4-BE49-F238E27FC236}">
                          <a16:creationId xmlns:a16="http://schemas.microsoft.com/office/drawing/2014/main" id="{5AC051D6-B4F8-59FB-7358-F3F342C03BF9}"/>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9" name="íśļidé">
                      <a:extLst>
                        <a:ext uri="{FF2B5EF4-FFF2-40B4-BE49-F238E27FC236}">
                          <a16:creationId xmlns:a16="http://schemas.microsoft.com/office/drawing/2014/main" id="{9C1600E4-8FAC-C9B7-A0D8-C0E248A43F76}"/>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ṥľïḓè">
                      <a:extLst>
                        <a:ext uri="{FF2B5EF4-FFF2-40B4-BE49-F238E27FC236}">
                          <a16:creationId xmlns:a16="http://schemas.microsoft.com/office/drawing/2014/main" id="{564D20C8-D220-E829-23B7-7EC49874D99D}"/>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ïşḻïḋé">
                      <a:extLst>
                        <a:ext uri="{FF2B5EF4-FFF2-40B4-BE49-F238E27FC236}">
                          <a16:creationId xmlns:a16="http://schemas.microsoft.com/office/drawing/2014/main" id="{659B4048-A629-A3C8-BA12-C14C15DC58EC}"/>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2" name="ïsļiḋé">
                      <a:extLst>
                        <a:ext uri="{FF2B5EF4-FFF2-40B4-BE49-F238E27FC236}">
                          <a16:creationId xmlns:a16="http://schemas.microsoft.com/office/drawing/2014/main" id="{9A32CF52-8183-8D35-B6DB-5785982071C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3" name="ís1îde">
                      <a:extLst>
                        <a:ext uri="{FF2B5EF4-FFF2-40B4-BE49-F238E27FC236}">
                          <a16:creationId xmlns:a16="http://schemas.microsoft.com/office/drawing/2014/main" id="{FABA202E-6E8F-90FA-E8B3-92B9DAD86114}"/>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4" name="íṧļïḓè">
                      <a:extLst>
                        <a:ext uri="{FF2B5EF4-FFF2-40B4-BE49-F238E27FC236}">
                          <a16:creationId xmlns:a16="http://schemas.microsoft.com/office/drawing/2014/main" id="{A7FDC394-44EA-F915-6DE9-A7D6B2631390}"/>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5" name="iSľíďê">
                      <a:extLst>
                        <a:ext uri="{FF2B5EF4-FFF2-40B4-BE49-F238E27FC236}">
                          <a16:creationId xmlns:a16="http://schemas.microsoft.com/office/drawing/2014/main" id="{EB07230C-3B10-0126-2227-7CB5B6866FC1}"/>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ïš1ídé">
                      <a:extLst>
                        <a:ext uri="{FF2B5EF4-FFF2-40B4-BE49-F238E27FC236}">
                          <a16:creationId xmlns:a16="http://schemas.microsoft.com/office/drawing/2014/main" id="{10482140-DD6B-621C-8939-DE914B42E11A}"/>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7" name="î$1iḓê">
                      <a:extLst>
                        <a:ext uri="{FF2B5EF4-FFF2-40B4-BE49-F238E27FC236}">
                          <a16:creationId xmlns:a16="http://schemas.microsoft.com/office/drawing/2014/main" id="{B1FEBB90-697D-498A-4FC6-4AF198F345D5}"/>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58" name="ï$1ïḑe">
                      <a:extLst>
                        <a:ext uri="{FF2B5EF4-FFF2-40B4-BE49-F238E27FC236}">
                          <a16:creationId xmlns:a16="http://schemas.microsoft.com/office/drawing/2014/main" id="{53A34D53-B758-31D5-C097-03210C6461B3}"/>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59" name="îṣľíḍê">
                      <a:extLst>
                        <a:ext uri="{FF2B5EF4-FFF2-40B4-BE49-F238E27FC236}">
                          <a16:creationId xmlns:a16="http://schemas.microsoft.com/office/drawing/2014/main" id="{3EC9D9F4-420D-CF1B-D44B-1687B3C21E07}"/>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0" name="îSlîďe">
                      <a:extLst>
                        <a:ext uri="{FF2B5EF4-FFF2-40B4-BE49-F238E27FC236}">
                          <a16:creationId xmlns:a16="http://schemas.microsoft.com/office/drawing/2014/main" id="{53547415-F102-5017-3177-8DF431FE1087}"/>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iṩlïḋè">
                      <a:extLst>
                        <a:ext uri="{FF2B5EF4-FFF2-40B4-BE49-F238E27FC236}">
                          <a16:creationId xmlns:a16="http://schemas.microsoft.com/office/drawing/2014/main" id="{7CC4511B-492F-BFFC-93ED-E6AF2F95B77B}"/>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2" name="îSḻîdê">
                      <a:extLst>
                        <a:ext uri="{FF2B5EF4-FFF2-40B4-BE49-F238E27FC236}">
                          <a16:creationId xmlns:a16="http://schemas.microsoft.com/office/drawing/2014/main" id="{8D3F5726-6663-AF13-32D6-E1C9E0A0C329}"/>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3" name="iś1îďé">
                      <a:extLst>
                        <a:ext uri="{FF2B5EF4-FFF2-40B4-BE49-F238E27FC236}">
                          <a16:creationId xmlns:a16="http://schemas.microsoft.com/office/drawing/2014/main" id="{B43B94F1-7D4A-8EB2-9BBF-623328948ECB}"/>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4" name="í$ľíḓè">
                      <a:extLst>
                        <a:ext uri="{FF2B5EF4-FFF2-40B4-BE49-F238E27FC236}">
                          <a16:creationId xmlns:a16="http://schemas.microsoft.com/office/drawing/2014/main" id="{2E72371F-12C5-DCD1-033B-58FC6ECA015D}"/>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5" name="íṣľiḓe">
                      <a:extLst>
                        <a:ext uri="{FF2B5EF4-FFF2-40B4-BE49-F238E27FC236}">
                          <a16:creationId xmlns:a16="http://schemas.microsoft.com/office/drawing/2014/main" id="{E3567C25-EAEA-0FD5-E59D-5C06F566AE33}"/>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6" name="íşlïdè">
                      <a:extLst>
                        <a:ext uri="{FF2B5EF4-FFF2-40B4-BE49-F238E27FC236}">
                          <a16:creationId xmlns:a16="http://schemas.microsoft.com/office/drawing/2014/main" id="{DE638A97-90E6-2916-6434-1E1C9F8207FB}"/>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7" name="îsḻîḋé">
                      <a:extLst>
                        <a:ext uri="{FF2B5EF4-FFF2-40B4-BE49-F238E27FC236}">
                          <a16:creationId xmlns:a16="http://schemas.microsoft.com/office/drawing/2014/main" id="{5796766C-A1E8-DCCF-CCB5-FEE6C252BDC9}"/>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8" name="iSļíḋe">
                      <a:extLst>
                        <a:ext uri="{FF2B5EF4-FFF2-40B4-BE49-F238E27FC236}">
                          <a16:creationId xmlns:a16="http://schemas.microsoft.com/office/drawing/2014/main" id="{5C1CA35A-A177-F132-86C0-540E191543E7}"/>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9" name="ïS1îḋé">
                      <a:extLst>
                        <a:ext uri="{FF2B5EF4-FFF2-40B4-BE49-F238E27FC236}">
                          <a16:creationId xmlns:a16="http://schemas.microsoft.com/office/drawing/2014/main" id="{6B8E26F4-C040-AD56-D156-39734710062E}"/>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0" name="ïŝḷïḑé">
                      <a:extLst>
                        <a:ext uri="{FF2B5EF4-FFF2-40B4-BE49-F238E27FC236}">
                          <a16:creationId xmlns:a16="http://schemas.microsoft.com/office/drawing/2014/main" id="{D973B640-6197-29FC-D1B4-8CB637E64B5C}"/>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1" name="iṡlïḍe">
                      <a:extLst>
                        <a:ext uri="{FF2B5EF4-FFF2-40B4-BE49-F238E27FC236}">
                          <a16:creationId xmlns:a16="http://schemas.microsoft.com/office/drawing/2014/main" id="{43A736BA-D822-7D5D-1610-E3CAFADC0ACC}"/>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72" name="îslîďê">
                      <a:extLst>
                        <a:ext uri="{FF2B5EF4-FFF2-40B4-BE49-F238E27FC236}">
                          <a16:creationId xmlns:a16="http://schemas.microsoft.com/office/drawing/2014/main" id="{C0DC045A-05E6-8D19-8B59-6A05BFB262FC}"/>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73" name="îŝḻïḍé">
                      <a:extLst>
                        <a:ext uri="{FF2B5EF4-FFF2-40B4-BE49-F238E27FC236}">
                          <a16:creationId xmlns:a16="http://schemas.microsoft.com/office/drawing/2014/main" id="{57AF83C5-B2D3-35CB-D428-C63021B6A821}"/>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4" name="îşľíḋé">
                      <a:extLst>
                        <a:ext uri="{FF2B5EF4-FFF2-40B4-BE49-F238E27FC236}">
                          <a16:creationId xmlns:a16="http://schemas.microsoft.com/office/drawing/2014/main" id="{A738CCDF-ACA0-703B-5190-DD8C5073780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5" name="iṥļîdè">
                      <a:extLst>
                        <a:ext uri="{FF2B5EF4-FFF2-40B4-BE49-F238E27FC236}">
                          <a16:creationId xmlns:a16="http://schemas.microsoft.com/office/drawing/2014/main" id="{C662EA5B-771D-83EE-407E-3B6178EA4D8C}"/>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6" name="îṧļíḑê">
                      <a:extLst>
                        <a:ext uri="{FF2B5EF4-FFF2-40B4-BE49-F238E27FC236}">
                          <a16:creationId xmlns:a16="http://schemas.microsoft.com/office/drawing/2014/main" id="{5F8D6A07-4540-71C1-D4AB-CA09ACA54C47}"/>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7" name="íśḷîḓe">
                      <a:extLst>
                        <a:ext uri="{FF2B5EF4-FFF2-40B4-BE49-F238E27FC236}">
                          <a16:creationId xmlns:a16="http://schemas.microsoft.com/office/drawing/2014/main" id="{1EEA8C67-8FA9-0CF3-B8A7-67BBC618B1B0}"/>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8" name="ïś1ídé">
                      <a:extLst>
                        <a:ext uri="{FF2B5EF4-FFF2-40B4-BE49-F238E27FC236}">
                          <a16:creationId xmlns:a16="http://schemas.microsoft.com/office/drawing/2014/main" id="{40A7EF8D-5911-B95A-8AD1-700629C6F839}"/>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9" name="ïSliḋé">
                      <a:extLst>
                        <a:ext uri="{FF2B5EF4-FFF2-40B4-BE49-F238E27FC236}">
                          <a16:creationId xmlns:a16="http://schemas.microsoft.com/office/drawing/2014/main" id="{49C5992A-CBC7-7DA6-9147-F569B4E05C6E}"/>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0" name="iŝlîḓê">
                      <a:extLst>
                        <a:ext uri="{FF2B5EF4-FFF2-40B4-BE49-F238E27FC236}">
                          <a16:creationId xmlns:a16="http://schemas.microsoft.com/office/drawing/2014/main" id="{25E54C64-2A4B-1215-5841-D4A78BAE7254}"/>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1" name="í$ḻïḋe">
                      <a:extLst>
                        <a:ext uri="{FF2B5EF4-FFF2-40B4-BE49-F238E27FC236}">
                          <a16:creationId xmlns:a16="http://schemas.microsoft.com/office/drawing/2014/main" id="{D289235A-2D54-F523-6922-B7F8A32177BE}"/>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2" name="i$liḑe">
                      <a:extLst>
                        <a:ext uri="{FF2B5EF4-FFF2-40B4-BE49-F238E27FC236}">
                          <a16:creationId xmlns:a16="http://schemas.microsoft.com/office/drawing/2014/main" id="{9EB42D5E-3972-15CD-7F8E-AAFD616223CB}"/>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3" name="ïsliḍê">
                      <a:extLst>
                        <a:ext uri="{FF2B5EF4-FFF2-40B4-BE49-F238E27FC236}">
                          <a16:creationId xmlns:a16="http://schemas.microsoft.com/office/drawing/2014/main" id="{D98A48A3-DEB9-1240-C8F1-02C5C77B48DE}"/>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4" name="îŝľiḓe">
                      <a:extLst>
                        <a:ext uri="{FF2B5EF4-FFF2-40B4-BE49-F238E27FC236}">
                          <a16:creationId xmlns:a16="http://schemas.microsoft.com/office/drawing/2014/main" id="{170EB29B-4E1A-97DC-693C-117B0251BC18}"/>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5" name="iṡļïḋê">
                      <a:extLst>
                        <a:ext uri="{FF2B5EF4-FFF2-40B4-BE49-F238E27FC236}">
                          <a16:creationId xmlns:a16="http://schemas.microsoft.com/office/drawing/2014/main" id="{37755671-2361-FAB1-56BA-AFD46ABF2B1A}"/>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6" name="îṣľïdé">
                      <a:extLst>
                        <a:ext uri="{FF2B5EF4-FFF2-40B4-BE49-F238E27FC236}">
                          <a16:creationId xmlns:a16="http://schemas.microsoft.com/office/drawing/2014/main" id="{8B0509C8-706B-FE67-E3A9-DE10F811CDDA}"/>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7" name="iS1ïdê">
                      <a:extLst>
                        <a:ext uri="{FF2B5EF4-FFF2-40B4-BE49-F238E27FC236}">
                          <a16:creationId xmlns:a16="http://schemas.microsoft.com/office/drawing/2014/main" id="{31797B04-67C1-07FD-0637-FCCF5CF9CFE7}"/>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8" name="íṧľiḋe">
                      <a:extLst>
                        <a:ext uri="{FF2B5EF4-FFF2-40B4-BE49-F238E27FC236}">
                          <a16:creationId xmlns:a16="http://schemas.microsoft.com/office/drawing/2014/main" id="{389483DA-D98C-1F8F-F040-C5722DE32017}"/>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9" name="íşľíďe">
                      <a:extLst>
                        <a:ext uri="{FF2B5EF4-FFF2-40B4-BE49-F238E27FC236}">
                          <a16:creationId xmlns:a16="http://schemas.microsoft.com/office/drawing/2014/main" id="{FFF9FB08-33BA-0E25-80DF-96F562DEB5FC}"/>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0" name="íṡľïḓê">
                      <a:extLst>
                        <a:ext uri="{FF2B5EF4-FFF2-40B4-BE49-F238E27FC236}">
                          <a16:creationId xmlns:a16="http://schemas.microsoft.com/office/drawing/2014/main" id="{AFB44291-DFE1-67BD-A8EB-91CDEC32659E}"/>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1" name="îśḻíḋê">
                      <a:extLst>
                        <a:ext uri="{FF2B5EF4-FFF2-40B4-BE49-F238E27FC236}">
                          <a16:creationId xmlns:a16="http://schemas.microsoft.com/office/drawing/2014/main" id="{E5E44B95-0A41-6E1C-2D5F-CE17689AF3D5}"/>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2" name="îS1îdè">
                      <a:extLst>
                        <a:ext uri="{FF2B5EF4-FFF2-40B4-BE49-F238E27FC236}">
                          <a16:creationId xmlns:a16="http://schemas.microsoft.com/office/drawing/2014/main" id="{F0AED9EC-35E7-A60A-7823-CF21DD2D0AA1}"/>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3" name="ïṧḷíḑê">
                      <a:extLst>
                        <a:ext uri="{FF2B5EF4-FFF2-40B4-BE49-F238E27FC236}">
                          <a16:creationId xmlns:a16="http://schemas.microsoft.com/office/drawing/2014/main" id="{174E0AA6-7257-9926-08BC-D322A3FAE85C}"/>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4" name="îşlíḑe">
                      <a:extLst>
                        <a:ext uri="{FF2B5EF4-FFF2-40B4-BE49-F238E27FC236}">
                          <a16:creationId xmlns:a16="http://schemas.microsoft.com/office/drawing/2014/main" id="{7617D226-E269-0271-A87D-B1D92ECEFB74}"/>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5" name="íṩļíḑé">
                      <a:extLst>
                        <a:ext uri="{FF2B5EF4-FFF2-40B4-BE49-F238E27FC236}">
                          <a16:creationId xmlns:a16="http://schemas.microsoft.com/office/drawing/2014/main" id="{E1A2C9E1-80DC-52D9-2F30-329C21C3BFE1}"/>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6" name="iślíḋê">
                      <a:extLst>
                        <a:ext uri="{FF2B5EF4-FFF2-40B4-BE49-F238E27FC236}">
                          <a16:creationId xmlns:a16="http://schemas.microsoft.com/office/drawing/2014/main" id="{84063559-6721-9D37-B256-B9507AD2E148}"/>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7" name="ïSľîḍe">
                      <a:extLst>
                        <a:ext uri="{FF2B5EF4-FFF2-40B4-BE49-F238E27FC236}">
                          <a16:creationId xmlns:a16="http://schemas.microsoft.com/office/drawing/2014/main" id="{CD87ED84-E2B9-8F23-D3AC-EA7A9D294DAE}"/>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8" name="iŝḻiḍe">
                      <a:extLst>
                        <a:ext uri="{FF2B5EF4-FFF2-40B4-BE49-F238E27FC236}">
                          <a16:creationId xmlns:a16="http://schemas.microsoft.com/office/drawing/2014/main" id="{6E22E5A5-3EBE-53FC-BD8F-0008F926B432}"/>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9" name="íšḷîḋê">
                      <a:extLst>
                        <a:ext uri="{FF2B5EF4-FFF2-40B4-BE49-F238E27FC236}">
                          <a16:creationId xmlns:a16="http://schemas.microsoft.com/office/drawing/2014/main" id="{B5F367DB-7AE1-DEEC-8921-49C7013CAF60}"/>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0" name="î$ḷïďê">
                      <a:extLst>
                        <a:ext uri="{FF2B5EF4-FFF2-40B4-BE49-F238E27FC236}">
                          <a16:creationId xmlns:a16="http://schemas.microsoft.com/office/drawing/2014/main" id="{7848C858-77DF-888B-6034-AC22859024F5}"/>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1" name="íśľíḑé">
                      <a:extLst>
                        <a:ext uri="{FF2B5EF4-FFF2-40B4-BE49-F238E27FC236}">
                          <a16:creationId xmlns:a16="http://schemas.microsoft.com/office/drawing/2014/main" id="{D7A78884-F095-CFE4-F774-6366428E8620}"/>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2" name="iṥļïḍé">
                      <a:extLst>
                        <a:ext uri="{FF2B5EF4-FFF2-40B4-BE49-F238E27FC236}">
                          <a16:creationId xmlns:a16="http://schemas.microsoft.com/office/drawing/2014/main" id="{25E4C027-70A9-09D7-FB43-95F2D870D3AC}"/>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3" name="ísļiḍê">
                      <a:extLst>
                        <a:ext uri="{FF2B5EF4-FFF2-40B4-BE49-F238E27FC236}">
                          <a16:creationId xmlns:a16="http://schemas.microsoft.com/office/drawing/2014/main" id="{31746592-2860-BCD2-BD27-444E76E8BAA3}"/>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4" name="iś1ídé">
                      <a:extLst>
                        <a:ext uri="{FF2B5EF4-FFF2-40B4-BE49-F238E27FC236}">
                          <a16:creationId xmlns:a16="http://schemas.microsoft.com/office/drawing/2014/main" id="{170F0CD5-C848-09EE-0E57-951B897E29D9}"/>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5" name="ïṥ1íḓe">
                      <a:extLst>
                        <a:ext uri="{FF2B5EF4-FFF2-40B4-BE49-F238E27FC236}">
                          <a16:creationId xmlns:a16="http://schemas.microsoft.com/office/drawing/2014/main" id="{4AB066AA-C8B6-7FFE-D979-7B1A7D61BB84}"/>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6" name="i$1îḋe">
                      <a:extLst>
                        <a:ext uri="{FF2B5EF4-FFF2-40B4-BE49-F238E27FC236}">
                          <a16:creationId xmlns:a16="http://schemas.microsoft.com/office/drawing/2014/main" id="{ED7F1B4C-F776-247A-C105-0372129E6033}"/>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7" name="îṣ1íďê">
                      <a:extLst>
                        <a:ext uri="{FF2B5EF4-FFF2-40B4-BE49-F238E27FC236}">
                          <a16:creationId xmlns:a16="http://schemas.microsoft.com/office/drawing/2014/main" id="{63037857-C7D7-C946-089D-C09455D0C0F6}"/>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8" name="îṩľide">
                      <a:extLst>
                        <a:ext uri="{FF2B5EF4-FFF2-40B4-BE49-F238E27FC236}">
                          <a16:creationId xmlns:a16="http://schemas.microsoft.com/office/drawing/2014/main" id="{F87CBA72-3001-B6C4-8A97-A02BDF2D29FA}"/>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9" name="íṡḻïḑé">
                      <a:extLst>
                        <a:ext uri="{FF2B5EF4-FFF2-40B4-BE49-F238E27FC236}">
                          <a16:creationId xmlns:a16="http://schemas.microsoft.com/office/drawing/2014/main" id="{4C19694C-4787-F2BA-521A-EDA809031F24}"/>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10" name="ïṧlïḑe">
                      <a:extLst>
                        <a:ext uri="{FF2B5EF4-FFF2-40B4-BE49-F238E27FC236}">
                          <a16:creationId xmlns:a16="http://schemas.microsoft.com/office/drawing/2014/main" id="{5D259A2D-0BF7-C067-61E4-62788827A7D3}"/>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23" name="文本框 22">
                  <a:extLst>
                    <a:ext uri="{FF2B5EF4-FFF2-40B4-BE49-F238E27FC236}">
                      <a16:creationId xmlns:a16="http://schemas.microsoft.com/office/drawing/2014/main" id="{4B0A87DF-BAB9-82AC-3DB7-4E56FBA87EEF}"/>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24" name="椭圆 23">
                  <a:extLst>
                    <a:ext uri="{FF2B5EF4-FFF2-40B4-BE49-F238E27FC236}">
                      <a16:creationId xmlns:a16="http://schemas.microsoft.com/office/drawing/2014/main" id="{861355D5-4DC2-B81E-AB91-BA748CEE9E30}"/>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DAFFEEE8-98E7-25AC-2BA7-7D631AB65690}"/>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914CA760-91FA-13D4-A813-6961BB254FE6}"/>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67D7E8C9-1F04-7F08-B23A-D8C36DB9A072}"/>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560B39D4-FD0B-4DA5-7627-B71C327A269A}"/>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椭圆 28">
                  <a:extLst>
                    <a:ext uri="{FF2B5EF4-FFF2-40B4-BE49-F238E27FC236}">
                      <a16:creationId xmlns:a16="http://schemas.microsoft.com/office/drawing/2014/main" id="{0433CF8C-A69B-12B6-4F9D-82DEC66C44D4}"/>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9" name="直线连接符 2">
                <a:extLst>
                  <a:ext uri="{FF2B5EF4-FFF2-40B4-BE49-F238E27FC236}">
                    <a16:creationId xmlns:a16="http://schemas.microsoft.com/office/drawing/2014/main" id="{519F7726-0E23-23C1-1CDE-83057A829732}"/>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0" name="直线连接符 120">
                <a:extLst>
                  <a:ext uri="{FF2B5EF4-FFF2-40B4-BE49-F238E27FC236}">
                    <a16:creationId xmlns:a16="http://schemas.microsoft.com/office/drawing/2014/main" id="{BE8BB6AF-C4F2-4B60-DA16-7E30E9DE0077}"/>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1" name="直线连接符 121">
                <a:extLst>
                  <a:ext uri="{FF2B5EF4-FFF2-40B4-BE49-F238E27FC236}">
                    <a16:creationId xmlns:a16="http://schemas.microsoft.com/office/drawing/2014/main" id="{387DFA72-4AC4-7DA8-6E51-7E4568126C84}"/>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2" name="直线连接符 190">
                <a:extLst>
                  <a:ext uri="{FF2B5EF4-FFF2-40B4-BE49-F238E27FC236}">
                    <a16:creationId xmlns:a16="http://schemas.microsoft.com/office/drawing/2014/main" id="{9FA0B458-E0FD-5589-1A19-47F33195514E}"/>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3" name="直线连接符 191">
                <a:extLst>
                  <a:ext uri="{FF2B5EF4-FFF2-40B4-BE49-F238E27FC236}">
                    <a16:creationId xmlns:a16="http://schemas.microsoft.com/office/drawing/2014/main" id="{2330E992-0FC7-1E01-4B9A-F5D94629FA90}"/>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4" name="直线连接符 194">
                <a:extLst>
                  <a:ext uri="{FF2B5EF4-FFF2-40B4-BE49-F238E27FC236}">
                    <a16:creationId xmlns:a16="http://schemas.microsoft.com/office/drawing/2014/main" id="{465AA293-C8C1-46B2-78DF-12F3C64BA78C}"/>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15" name="直线连接符 196">
                <a:extLst>
                  <a:ext uri="{FF2B5EF4-FFF2-40B4-BE49-F238E27FC236}">
                    <a16:creationId xmlns:a16="http://schemas.microsoft.com/office/drawing/2014/main" id="{2BD16E31-541D-8E70-BA10-518CF7596118}"/>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6" name="直线连接符 200">
                <a:extLst>
                  <a:ext uri="{FF2B5EF4-FFF2-40B4-BE49-F238E27FC236}">
                    <a16:creationId xmlns:a16="http://schemas.microsoft.com/office/drawing/2014/main" id="{43637EA0-0A19-F59F-F2E5-FFA73745F0DD}"/>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7" name="直线连接符 202">
                <a:extLst>
                  <a:ext uri="{FF2B5EF4-FFF2-40B4-BE49-F238E27FC236}">
                    <a16:creationId xmlns:a16="http://schemas.microsoft.com/office/drawing/2014/main" id="{81A04C85-2F62-F6B1-4727-1B20053B973C}"/>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8" name="直线连接符 203">
                <a:extLst>
                  <a:ext uri="{FF2B5EF4-FFF2-40B4-BE49-F238E27FC236}">
                    <a16:creationId xmlns:a16="http://schemas.microsoft.com/office/drawing/2014/main" id="{EB38A6AE-7135-288C-40E1-78805FADAF2B}"/>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9" name="直线连接符 205">
                <a:extLst>
                  <a:ext uri="{FF2B5EF4-FFF2-40B4-BE49-F238E27FC236}">
                    <a16:creationId xmlns:a16="http://schemas.microsoft.com/office/drawing/2014/main" id="{74EA7F82-2923-135B-E9C0-C145C9137213}"/>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0" name="直线连接符 206">
                <a:extLst>
                  <a:ext uri="{FF2B5EF4-FFF2-40B4-BE49-F238E27FC236}">
                    <a16:creationId xmlns:a16="http://schemas.microsoft.com/office/drawing/2014/main" id="{D2A7C6B6-B2B7-A185-91AF-033B8781B02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1" name="直线连接符 207">
                <a:extLst>
                  <a:ext uri="{FF2B5EF4-FFF2-40B4-BE49-F238E27FC236}">
                    <a16:creationId xmlns:a16="http://schemas.microsoft.com/office/drawing/2014/main" id="{2BEBD709-DB92-4E65-C8B8-0626076A4522}"/>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6" name="iṧľîdê">
              <a:extLst>
                <a:ext uri="{FF2B5EF4-FFF2-40B4-BE49-F238E27FC236}">
                  <a16:creationId xmlns:a16="http://schemas.microsoft.com/office/drawing/2014/main" id="{F9E8F3FD-8FB6-8301-7057-5B21DC78413C}"/>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7" name="iṧľîdê">
              <a:extLst>
                <a:ext uri="{FF2B5EF4-FFF2-40B4-BE49-F238E27FC236}">
                  <a16:creationId xmlns:a16="http://schemas.microsoft.com/office/drawing/2014/main" id="{B481C709-ECC7-A2DD-D81D-E0A2F4868C92}"/>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11" name="Rectangle 4">
            <a:extLst>
              <a:ext uri="{FF2B5EF4-FFF2-40B4-BE49-F238E27FC236}">
                <a16:creationId xmlns:a16="http://schemas.microsoft.com/office/drawing/2014/main" id="{C688B67D-DF9F-77B8-6AAA-1EA115463434}"/>
              </a:ext>
            </a:extLst>
          </p:cNvPr>
          <p:cNvSpPr/>
          <p:nvPr/>
        </p:nvSpPr>
        <p:spPr>
          <a:xfrm>
            <a:off x="4858257" y="2129867"/>
            <a:ext cx="1681166" cy="716222"/>
          </a:xfrm>
          <a:prstGeom prst="rect">
            <a:avLst/>
          </a:prstGeom>
        </p:spPr>
        <p:txBody>
          <a:bodyPr wrap="square">
            <a:spAutoFit/>
          </a:bodyPr>
          <a:lstStyle/>
          <a:p>
            <a:pPr>
              <a:lnSpc>
                <a:spcPct val="130000"/>
              </a:lnSpc>
            </a:pPr>
            <a:r>
              <a:rPr lang="zh-CN" altLang="en-US" sz="800" b="1" dirty="0">
                <a:latin typeface="+mn-ea"/>
                <a:cs typeface="+mn-ea"/>
                <a:sym typeface="+mn-lt"/>
              </a:rPr>
              <a:t>香港</a:t>
            </a:r>
            <a:endParaRPr lang="en-US" altLang="zh-CN" sz="800" dirty="0">
              <a:latin typeface="+mn-ea"/>
              <a:cs typeface="+mn-ea"/>
              <a:sym typeface="+mn-lt"/>
            </a:endParaRPr>
          </a:p>
          <a:p>
            <a:pPr>
              <a:lnSpc>
                <a:spcPct val="130000"/>
              </a:lnSpc>
            </a:pPr>
            <a:r>
              <a:rPr lang="zh-CN" altLang="en-US" sz="800" dirty="0">
                <a:latin typeface="+mn-ea"/>
                <a:cs typeface="+mn-ea"/>
                <a:sym typeface="+mn-lt"/>
              </a:rPr>
              <a:t>香港中环康乐广场</a:t>
            </a:r>
            <a:r>
              <a:rPr lang="en-US" altLang="zh-CN" sz="800" dirty="0">
                <a:latin typeface="+mn-ea"/>
                <a:cs typeface="+mn-ea"/>
                <a:sym typeface="+mn-lt"/>
              </a:rPr>
              <a:t>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交易广场二期</a:t>
            </a:r>
            <a:r>
              <a:rPr lang="en-US" altLang="zh-CN" sz="800" dirty="0">
                <a:latin typeface="+mn-ea"/>
                <a:cs typeface="+mn-ea"/>
                <a:sym typeface="+mn-lt"/>
              </a:rPr>
              <a:t>26</a:t>
            </a:r>
            <a:r>
              <a:rPr lang="zh-CN" altLang="en-US" sz="800" dirty="0">
                <a:latin typeface="+mn-ea"/>
                <a:cs typeface="+mn-ea"/>
                <a:sym typeface="+mn-lt"/>
              </a:rPr>
              <a:t>楼</a:t>
            </a:r>
            <a:r>
              <a:rPr lang="en-US" altLang="zh-CN" sz="800" dirty="0">
                <a:latin typeface="+mn-ea"/>
                <a:cs typeface="+mn-ea"/>
                <a:sym typeface="+mn-lt"/>
              </a:rPr>
              <a:t>2606-2607</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+852 2956 9700</a:t>
            </a:r>
          </a:p>
        </p:txBody>
      </p:sp>
      <p:sp>
        <p:nvSpPr>
          <p:cNvPr id="112" name="Rectangle 4">
            <a:extLst>
              <a:ext uri="{FF2B5EF4-FFF2-40B4-BE49-F238E27FC236}">
                <a16:creationId xmlns:a16="http://schemas.microsoft.com/office/drawing/2014/main" id="{9DEF82BE-2C07-E056-1D52-405FBEEA38AC}"/>
              </a:ext>
            </a:extLst>
          </p:cNvPr>
          <p:cNvSpPr/>
          <p:nvPr/>
        </p:nvSpPr>
        <p:spPr>
          <a:xfrm>
            <a:off x="4858257" y="3080369"/>
            <a:ext cx="1464491" cy="716222"/>
          </a:xfrm>
          <a:prstGeom prst="rect">
            <a:avLst/>
          </a:prstGeom>
        </p:spPr>
        <p:txBody>
          <a:bodyPr wrap="square">
            <a:spAutoFit/>
          </a:bodyPr>
          <a:lstStyle/>
          <a:p>
            <a:pPr>
              <a:lnSpc>
                <a:spcPct val="130000"/>
              </a:lnSpc>
            </a:pPr>
            <a:r>
              <a:rPr lang="zh-CN" altLang="en-US" sz="800" b="1" dirty="0">
                <a:latin typeface="+mn-ea"/>
                <a:cs typeface="+mn-ea"/>
                <a:sym typeface="+mn-lt"/>
              </a:rPr>
              <a:t>新加坡</a:t>
            </a:r>
            <a:endParaRPr lang="en-US" altLang="zh-CN" sz="800" dirty="0">
              <a:latin typeface="+mn-ea"/>
              <a:cs typeface="+mn-ea"/>
              <a:sym typeface="+mn-lt"/>
            </a:endParaRPr>
          </a:p>
          <a:p>
            <a:pPr>
              <a:lnSpc>
                <a:spcPct val="130000"/>
              </a:lnSpc>
            </a:pPr>
            <a:r>
              <a:rPr lang="zh-CN" altLang="en-US" sz="800" dirty="0">
                <a:latin typeface="+mn-ea"/>
                <a:cs typeface="+mn-ea"/>
                <a:sym typeface="+mn-lt"/>
              </a:rPr>
              <a:t>新加坡滨海大道</a:t>
            </a:r>
            <a:r>
              <a:rPr lang="en-US" altLang="zh-CN" sz="800" dirty="0">
                <a:latin typeface="+mn-ea"/>
                <a:cs typeface="+mn-ea"/>
                <a:sym typeface="+mn-lt"/>
              </a:rPr>
              <a:t>10</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滨海湾金融中心</a:t>
            </a:r>
            <a:r>
              <a:rPr lang="en-US" altLang="zh-CN" sz="800" dirty="0">
                <a:latin typeface="+mn-ea"/>
                <a:cs typeface="+mn-ea"/>
                <a:sym typeface="+mn-lt"/>
              </a:rPr>
              <a:t>2</a:t>
            </a:r>
            <a:r>
              <a:rPr lang="zh-CN" altLang="en-US" sz="800" dirty="0">
                <a:latin typeface="+mn-ea"/>
                <a:cs typeface="+mn-ea"/>
                <a:sym typeface="+mn-lt"/>
              </a:rPr>
              <a:t>座 </a:t>
            </a:r>
            <a:r>
              <a:rPr lang="en-US" altLang="zh-CN" sz="800" dirty="0">
                <a:latin typeface="+mn-ea"/>
                <a:cs typeface="+mn-ea"/>
                <a:sym typeface="+mn-lt"/>
              </a:rPr>
              <a:t>#16-05</a:t>
            </a:r>
          </a:p>
          <a:p>
            <a:pPr>
              <a:lnSpc>
                <a:spcPct val="130000"/>
              </a:lnSpc>
            </a:pPr>
            <a:r>
              <a:rPr lang="zh-CN" altLang="en-US" sz="800" dirty="0">
                <a:latin typeface="+mn-ea"/>
                <a:cs typeface="+mn-ea"/>
                <a:sym typeface="+mn-lt"/>
              </a:rPr>
              <a:t>电话：</a:t>
            </a:r>
            <a:r>
              <a:rPr lang="en-US" altLang="zh-CN" sz="800" dirty="0">
                <a:latin typeface="+mn-ea"/>
                <a:cs typeface="+mn-ea"/>
                <a:sym typeface="+mn-lt"/>
              </a:rPr>
              <a:t>+65 6509 0110</a:t>
            </a:r>
          </a:p>
        </p:txBody>
      </p:sp>
      <p:sp>
        <p:nvSpPr>
          <p:cNvPr id="113" name="ïšľidê">
            <a:extLst>
              <a:ext uri="{FF2B5EF4-FFF2-40B4-BE49-F238E27FC236}">
                <a16:creationId xmlns:a16="http://schemas.microsoft.com/office/drawing/2014/main" id="{8858B2B9-EE61-8EE7-0EEF-56AEC1FDAB69}"/>
              </a:ext>
            </a:extLst>
          </p:cNvPr>
          <p:cNvSpPr/>
          <p:nvPr/>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深圳</a:t>
            </a:r>
            <a:endParaRPr lang="en-US" altLang="zh-CN" sz="800" b="1" dirty="0">
              <a:latin typeface="+mn-ea"/>
              <a:cs typeface="+mn-ea"/>
              <a:sym typeface="+mn-lt"/>
            </a:endParaRPr>
          </a:p>
          <a:p>
            <a:pPr>
              <a:lnSpc>
                <a:spcPct val="130000"/>
              </a:lnSpc>
            </a:pPr>
            <a:r>
              <a:rPr lang="zh-CN" altLang="en-US" sz="800" dirty="0">
                <a:latin typeface="+mn-ea"/>
                <a:cs typeface="+mn-ea"/>
              </a:rPr>
              <a:t>深圳市前海深港合作区兴海大道</a:t>
            </a:r>
            <a:endParaRPr lang="en-US" altLang="zh-CN" sz="800" dirty="0">
              <a:latin typeface="+mn-ea"/>
              <a:cs typeface="+mn-ea"/>
            </a:endParaRPr>
          </a:p>
          <a:p>
            <a:pPr>
              <a:lnSpc>
                <a:spcPct val="130000"/>
              </a:lnSpc>
            </a:pPr>
            <a:r>
              <a:rPr lang="en-US" altLang="zh-CN" sz="800" dirty="0">
                <a:latin typeface="+mn-ea"/>
                <a:cs typeface="+mn-ea"/>
              </a:rPr>
              <a:t>3040</a:t>
            </a:r>
            <a:r>
              <a:rPr lang="zh-CN" altLang="en-US" sz="800" dirty="0">
                <a:latin typeface="+mn-ea"/>
                <a:cs typeface="+mn-ea"/>
              </a:rPr>
              <a:t>号前海世茂大厦</a:t>
            </a:r>
            <a:r>
              <a:rPr lang="en-US" altLang="zh-CN" sz="800" dirty="0">
                <a:latin typeface="+mn-ea"/>
                <a:cs typeface="+mn-ea"/>
              </a:rPr>
              <a:t>2402</a:t>
            </a:r>
            <a:r>
              <a:rPr lang="zh-CN" altLang="en-US" sz="800" dirty="0">
                <a:latin typeface="+mn-ea"/>
                <a:cs typeface="+mn-ea"/>
              </a:rPr>
              <a:t>室</a:t>
            </a:r>
            <a:endParaRPr lang="en-US" altLang="zh-CN" sz="800" dirty="0">
              <a:latin typeface="+mn-ea"/>
              <a:cs typeface="+mn-ea"/>
            </a:endParaRPr>
          </a:p>
          <a:p>
            <a:pPr>
              <a:lnSpc>
                <a:spcPct val="130000"/>
              </a:lnSpc>
            </a:pPr>
            <a:r>
              <a:rPr lang="zh-CN" altLang="en-US" sz="800" dirty="0">
                <a:latin typeface="+mn-ea"/>
                <a:cs typeface="+mn-ea"/>
              </a:rPr>
              <a:t>电话：</a:t>
            </a:r>
            <a:r>
              <a:rPr lang="en-US" altLang="zh-CN" sz="800" dirty="0">
                <a:latin typeface="+mn-ea"/>
                <a:cs typeface="+mn-ea"/>
              </a:rPr>
              <a:t>+86 755 2691 3468 </a:t>
            </a:r>
            <a:endParaRPr lang="en-US" altLang="zh-CN" sz="800" dirty="0">
              <a:latin typeface="+mn-ea"/>
              <a:cs typeface="+mn-ea"/>
              <a:sym typeface="+mn-lt"/>
            </a:endParaRPr>
          </a:p>
        </p:txBody>
      </p:sp>
      <p:sp>
        <p:nvSpPr>
          <p:cNvPr id="114" name="ïšľidê">
            <a:extLst>
              <a:ext uri="{FF2B5EF4-FFF2-40B4-BE49-F238E27FC236}">
                <a16:creationId xmlns:a16="http://schemas.microsoft.com/office/drawing/2014/main" id="{2A53FFCD-7272-27C7-F191-A057A4722667}"/>
              </a:ext>
            </a:extLst>
          </p:cNvPr>
          <p:cNvSpPr/>
          <p:nvPr/>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北京</a:t>
            </a:r>
            <a:endParaRPr lang="en-US" altLang="zh-CN" sz="800" b="1" dirty="0">
              <a:latin typeface="+mn-ea"/>
              <a:cs typeface="+mn-ea"/>
              <a:sym typeface="+mn-lt"/>
            </a:endParaRPr>
          </a:p>
          <a:p>
            <a:pPr>
              <a:lnSpc>
                <a:spcPct val="130000"/>
              </a:lnSpc>
            </a:pPr>
            <a:r>
              <a:rPr lang="zh-CN" altLang="en-US" sz="800" dirty="0">
                <a:latin typeface="+mn-ea"/>
                <a:cs typeface="+mn-ea"/>
                <a:sym typeface="+mn-lt"/>
              </a:rPr>
              <a:t>北京市朝阳区东三环中路</a:t>
            </a:r>
            <a:r>
              <a:rPr lang="en-US" altLang="zh-CN" sz="800" dirty="0">
                <a:latin typeface="+mn-ea"/>
                <a:cs typeface="+mn-ea"/>
                <a:sym typeface="+mn-lt"/>
              </a:rPr>
              <a:t>1</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环球金融中心西楼</a:t>
            </a:r>
            <a:r>
              <a:rPr lang="en-US" altLang="zh-CN" sz="800" dirty="0">
                <a:latin typeface="+mn-ea"/>
                <a:cs typeface="+mn-ea"/>
                <a:sym typeface="+mn-lt"/>
              </a:rPr>
              <a:t>1013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+86 10 6507 8234</a:t>
            </a:r>
          </a:p>
        </p:txBody>
      </p:sp>
      <p:sp>
        <p:nvSpPr>
          <p:cNvPr id="115" name="ïšľidê">
            <a:extLst>
              <a:ext uri="{FF2B5EF4-FFF2-40B4-BE49-F238E27FC236}">
                <a16:creationId xmlns:a16="http://schemas.microsoft.com/office/drawing/2014/main" id="{B960BD95-DFCC-760F-E28A-53FA572D6D26}"/>
              </a:ext>
            </a:extLst>
          </p:cNvPr>
          <p:cNvSpPr/>
          <p:nvPr/>
        </p:nvSpPr>
        <p:spPr bwMode="auto">
          <a:xfrm>
            <a:off x="6672571" y="3094261"/>
            <a:ext cx="1918057" cy="6902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上海</a:t>
            </a:r>
            <a:endParaRPr lang="en-US" altLang="zh-CN" sz="800" b="1" dirty="0">
              <a:latin typeface="+mn-ea"/>
              <a:cs typeface="+mn-ea"/>
              <a:sym typeface="+mn-lt"/>
            </a:endParaRPr>
          </a:p>
          <a:p>
            <a:pPr>
              <a:lnSpc>
                <a:spcPct val="130000"/>
              </a:lnSpc>
            </a:pPr>
            <a:r>
              <a:rPr lang="zh-CN" altLang="en-US" sz="800" dirty="0">
                <a:latin typeface="+mn-ea"/>
                <a:cs typeface="+mn-ea"/>
                <a:sym typeface="+mn-lt"/>
              </a:rPr>
              <a:t>上海市黄浦区太仓路</a:t>
            </a:r>
            <a:r>
              <a:rPr lang="en-US" altLang="zh-CN" sz="800" dirty="0">
                <a:latin typeface="+mn-ea"/>
                <a:cs typeface="+mn-ea"/>
                <a:sym typeface="+mn-lt"/>
              </a:rPr>
              <a:t>233</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新茂大厦</a:t>
            </a:r>
            <a:r>
              <a:rPr lang="en-US" altLang="zh-CN" sz="800" dirty="0">
                <a:latin typeface="+mn-ea"/>
                <a:cs typeface="+mn-ea"/>
                <a:sym typeface="+mn-lt"/>
              </a:rPr>
              <a:t>2204-2205</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a:t>
            </a:r>
            <a:r>
              <a:rPr lang="en-HK" altLang="zh-CN" sz="800" dirty="0">
                <a:latin typeface="+mn-ea"/>
                <a:cs typeface="+mn-ea"/>
                <a:sym typeface="+mn-lt"/>
              </a:rPr>
              <a:t>21 6333 8131</a:t>
            </a:r>
            <a:endParaRPr lang="en-US" altLang="zh-CN" sz="800" dirty="0">
              <a:latin typeface="+mn-ea"/>
              <a:cs typeface="+mn-ea"/>
              <a:sym typeface="+mn-lt"/>
            </a:endParaRPr>
          </a:p>
        </p:txBody>
      </p:sp>
      <p:sp>
        <p:nvSpPr>
          <p:cNvPr id="116" name="ïšľidê">
            <a:extLst>
              <a:ext uri="{FF2B5EF4-FFF2-40B4-BE49-F238E27FC236}">
                <a16:creationId xmlns:a16="http://schemas.microsoft.com/office/drawing/2014/main" id="{502B5C0B-65A0-358A-F409-DE1E3CA9E0E7}"/>
              </a:ext>
            </a:extLst>
          </p:cNvPr>
          <p:cNvSpPr/>
          <p:nvPr/>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AU" sz="800" b="1" dirty="0">
                <a:latin typeface="+mn-ea"/>
                <a:cs typeface="+mn-ea"/>
                <a:sym typeface="+mn-lt"/>
              </a:rPr>
              <a:t>杭州</a:t>
            </a:r>
            <a:endParaRPr lang="en-US" altLang="zh-CN" sz="800" b="1" dirty="0">
              <a:latin typeface="+mn-ea"/>
              <a:cs typeface="+mn-ea"/>
              <a:sym typeface="+mn-lt"/>
            </a:endParaRPr>
          </a:p>
          <a:p>
            <a:pPr>
              <a:lnSpc>
                <a:spcPct val="130000"/>
              </a:lnSpc>
            </a:pPr>
            <a:r>
              <a:rPr lang="zh-CN" altLang="en-US" sz="800" dirty="0">
                <a:latin typeface="+mn-ea"/>
                <a:cs typeface="+mn-ea"/>
                <a:sym typeface="+mn-lt"/>
              </a:rPr>
              <a:t>杭州市上城区新业路</a:t>
            </a:r>
            <a:r>
              <a:rPr lang="en-US" altLang="zh-CN" sz="800" dirty="0">
                <a:latin typeface="+mn-ea"/>
                <a:cs typeface="+mn-ea"/>
                <a:sym typeface="+mn-lt"/>
              </a:rPr>
              <a:t>228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来福士中心</a:t>
            </a:r>
            <a:r>
              <a:rPr lang="en-US" altLang="zh-CN" sz="800" dirty="0">
                <a:latin typeface="+mn-ea"/>
                <a:cs typeface="+mn-ea"/>
                <a:sym typeface="+mn-lt"/>
              </a:rPr>
              <a:t>T2</a:t>
            </a:r>
            <a:r>
              <a:rPr lang="zh-CN" altLang="en-US" sz="800" dirty="0">
                <a:latin typeface="+mn-ea"/>
                <a:cs typeface="+mn-ea"/>
                <a:sym typeface="+mn-lt"/>
              </a:rPr>
              <a:t>办公楼</a:t>
            </a:r>
            <a:r>
              <a:rPr lang="en-US" altLang="zh-CN" sz="800" dirty="0">
                <a:latin typeface="+mn-ea"/>
                <a:cs typeface="+mn-ea"/>
                <a:sym typeface="+mn-lt"/>
              </a:rPr>
              <a:t>1702-1703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+86 571 8805 8596</a:t>
            </a:r>
          </a:p>
        </p:txBody>
      </p:sp>
      <p:sp>
        <p:nvSpPr>
          <p:cNvPr id="117" name="Rectangle 4">
            <a:extLst>
              <a:ext uri="{FF2B5EF4-FFF2-40B4-BE49-F238E27FC236}">
                <a16:creationId xmlns:a16="http://schemas.microsoft.com/office/drawing/2014/main" id="{8C96B27C-A214-48B3-8FD0-15D3754B564F}"/>
              </a:ext>
            </a:extLst>
          </p:cNvPr>
          <p:cNvSpPr/>
          <p:nvPr/>
        </p:nvSpPr>
        <p:spPr>
          <a:xfrm>
            <a:off x="4858257" y="4030871"/>
            <a:ext cx="1630254" cy="716222"/>
          </a:xfrm>
          <a:prstGeom prst="rect">
            <a:avLst/>
          </a:prstGeom>
        </p:spPr>
        <p:txBody>
          <a:bodyPr wrap="square">
            <a:spAutoFit/>
          </a:bodyPr>
          <a:lstStyle/>
          <a:p>
            <a:pPr>
              <a:lnSpc>
                <a:spcPct val="130000"/>
              </a:lnSpc>
            </a:pPr>
            <a:r>
              <a:rPr lang="en-AU" altLang="zh-CN" sz="800" b="1" dirty="0">
                <a:latin typeface="+mn-ea"/>
                <a:cs typeface="+mn-ea"/>
                <a:sym typeface="+mn-lt"/>
              </a:rPr>
              <a:t>Fargo Space</a:t>
            </a:r>
            <a:endParaRPr lang="en-US" altLang="zh-CN" sz="800" dirty="0">
              <a:latin typeface="+mn-ea"/>
              <a:cs typeface="+mn-ea"/>
              <a:sym typeface="+mn-lt"/>
            </a:endParaRPr>
          </a:p>
          <a:p>
            <a:pPr>
              <a:lnSpc>
                <a:spcPct val="130000"/>
              </a:lnSpc>
            </a:pPr>
            <a:r>
              <a:rPr lang="zh-CN" altLang="en-US" sz="800" dirty="0">
                <a:latin typeface="+mn-ea"/>
                <a:cs typeface="+mn-ea"/>
                <a:sym typeface="+mn-lt"/>
              </a:rPr>
              <a:t>香港尖沙咀海港城</a:t>
            </a:r>
            <a:endParaRPr lang="en-US" altLang="zh-CN" sz="800" dirty="0">
              <a:latin typeface="+mn-ea"/>
              <a:cs typeface="+mn-ea"/>
              <a:sym typeface="+mn-lt"/>
            </a:endParaRPr>
          </a:p>
          <a:p>
            <a:pPr>
              <a:lnSpc>
                <a:spcPct val="130000"/>
              </a:lnSpc>
            </a:pPr>
            <a:r>
              <a:rPr lang="zh-CN" altLang="en-US" sz="800" dirty="0">
                <a:latin typeface="+mn-ea"/>
                <a:cs typeface="+mn-ea"/>
                <a:sym typeface="+mn-lt"/>
              </a:rPr>
              <a:t>港威大厦</a:t>
            </a:r>
            <a:r>
              <a:rPr lang="en-US" altLang="zh-CN" sz="800" dirty="0">
                <a:latin typeface="+mn-ea"/>
                <a:cs typeface="+mn-ea"/>
                <a:sym typeface="+mn-lt"/>
              </a:rPr>
              <a:t>5</a:t>
            </a:r>
            <a:r>
              <a:rPr lang="zh-CN" altLang="en-US" sz="800" dirty="0">
                <a:latin typeface="+mn-ea"/>
                <a:cs typeface="+mn-ea"/>
                <a:sym typeface="+mn-lt"/>
              </a:rPr>
              <a:t>座</a:t>
            </a:r>
            <a:r>
              <a:rPr lang="en-US" altLang="zh-CN" sz="800" dirty="0">
                <a:latin typeface="+mn-ea"/>
                <a:cs typeface="+mn-ea"/>
                <a:sym typeface="+mn-lt"/>
              </a:rPr>
              <a:t>33</a:t>
            </a:r>
            <a:r>
              <a:rPr lang="zh-CN" altLang="en-US" sz="800" dirty="0">
                <a:latin typeface="+mn-ea"/>
                <a:cs typeface="+mn-ea"/>
                <a:sym typeface="+mn-lt"/>
              </a:rPr>
              <a:t>楼</a:t>
            </a:r>
            <a:r>
              <a:rPr lang="en-US" altLang="zh-CN" sz="800" dirty="0">
                <a:latin typeface="+mn-ea"/>
                <a:cs typeface="+mn-ea"/>
                <a:sym typeface="+mn-lt"/>
              </a:rPr>
              <a:t>3301-3304</a:t>
            </a:r>
            <a:r>
              <a:rPr lang="zh-CN" altLang="en-US" sz="800" dirty="0">
                <a:latin typeface="+mn-ea"/>
                <a:cs typeface="+mn-ea"/>
                <a:sym typeface="+mn-lt"/>
              </a:rPr>
              <a:t>室 </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+852 2439 9745</a:t>
            </a:r>
          </a:p>
        </p:txBody>
      </p:sp>
      <p:sp>
        <p:nvSpPr>
          <p:cNvPr id="5" name="文本框 3">
            <a:extLst>
              <a:ext uri="{FF2B5EF4-FFF2-40B4-BE49-F238E27FC236}">
                <a16:creationId xmlns:a16="http://schemas.microsoft.com/office/drawing/2014/main" id="{3B5C3F63-F8CA-4F41-8927-22457C0C1AA8}"/>
              </a:ext>
            </a:extLst>
          </p:cNvPr>
          <p:cNvSpPr txBox="1"/>
          <p:nvPr/>
        </p:nvSpPr>
        <p:spPr>
          <a:xfrm>
            <a:off x="323751" y="1018000"/>
            <a:ext cx="4534506" cy="699359"/>
          </a:xfrm>
          <a:prstGeom prst="rect">
            <a:avLst/>
          </a:prstGeom>
          <a:noFill/>
        </p:spPr>
        <p:txBody>
          <a:bodyPr wrap="square" rtlCol="0">
            <a:spAutoFit/>
          </a:bodyPr>
          <a:ls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a:lstStyle>
          <a:p>
            <a:pPr algn="just" eaLnBrk="1" fontAlgn="auto" hangingPunct="1">
              <a:lnSpc>
                <a:spcPct val="150000"/>
              </a:lnSpc>
              <a:spcBef>
                <a:spcPts val="0"/>
              </a:spcBef>
              <a:spcAft>
                <a:spcPts val="0"/>
              </a:spcAft>
            </a:pPr>
            <a:r>
              <a:rPr lang="en-US" altLang="zh-CN" sz="1400" dirty="0">
                <a:latin typeface="华文细黑"/>
                <a:ea typeface="华文细黑"/>
                <a:cs typeface="+mn-ea"/>
                <a:sym typeface="+mn-lt"/>
                <a:hlinkClick r:id="rId2">
                  <a:extLst>
                    <a:ext uri="{A12FA001-AC4F-418D-AE19-62706E023703}">
                      <ahyp:hlinkClr xmlns:ahyp="http://schemas.microsoft.com/office/drawing/2018/hyperlinkcolor" val="tx"/>
                    </a:ext>
                  </a:extLst>
                </a:hlinkClick>
              </a:rPr>
              <a:t>www.fargowealth.com</a:t>
            </a:r>
            <a:endParaRPr lang="en-US" altLang="zh-CN" sz="1400" dirty="0">
              <a:latin typeface="华文细黑"/>
              <a:ea typeface="华文细黑"/>
              <a:cs typeface="+mn-ea"/>
              <a:sym typeface="+mn-lt"/>
            </a:endParaRPr>
          </a:p>
          <a:p>
            <a:pPr algn="just" eaLnBrk="1" fontAlgn="auto" hangingPunct="1">
              <a:lnSpc>
                <a:spcPct val="150000"/>
              </a:lnSpc>
              <a:spcBef>
                <a:spcPts val="0"/>
              </a:spcBef>
              <a:spcAft>
                <a:spcPts val="0"/>
              </a:spcAft>
            </a:pPr>
            <a:r>
              <a:rPr lang="zh-CN" altLang="en-US" sz="1400" dirty="0">
                <a:solidFill>
                  <a:srgbClr val="000000"/>
                </a:solidFill>
                <a:latin typeface="华文细黑"/>
                <a:ea typeface="华文细黑"/>
                <a:cs typeface="+mn-ea"/>
                <a:sym typeface="+mn-lt"/>
              </a:rPr>
              <a:t>资产管理服务由集团旗下公司绅士资本提供</a:t>
            </a:r>
            <a:endParaRPr lang="en-US" altLang="zh-CN" sz="1400" dirty="0">
              <a:solidFill>
                <a:srgbClr val="000000"/>
              </a:solidFill>
              <a:latin typeface="华文细黑"/>
              <a:ea typeface="华文细黑"/>
              <a:cs typeface="+mn-ea"/>
              <a:sym typeface="+mn-lt"/>
            </a:endParaRPr>
          </a:p>
        </p:txBody>
      </p:sp>
    </p:spTree>
    <p:extLst>
      <p:ext uri="{BB962C8B-B14F-4D97-AF65-F5344CB8AC3E}">
        <p14:creationId xmlns:p14="http://schemas.microsoft.com/office/powerpoint/2010/main" val="14844871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zh-CN" altLang="en-US" dirty="0"/>
              <a:t>免责声明</a:t>
            </a:r>
          </a:p>
        </p:txBody>
      </p:sp>
      <p:sp>
        <p:nvSpPr>
          <p:cNvPr id="2" name="文本框 1">
            <a:extLst>
              <a:ext uri="{FF2B5EF4-FFF2-40B4-BE49-F238E27FC236}">
                <a16:creationId xmlns:a16="http://schemas.microsoft.com/office/drawing/2014/main" id="{DFCFF58C-EE27-CBA6-35C9-4C3AE67A1696}"/>
              </a:ext>
            </a:extLst>
          </p:cNvPr>
          <p:cNvSpPr txBox="1"/>
          <p:nvPr/>
        </p:nvSpPr>
        <p:spPr>
          <a:xfrm>
            <a:off x="340421" y="1052736"/>
            <a:ext cx="8395445" cy="5355312"/>
          </a:xfrm>
          <a:prstGeom prst="rect">
            <a:avLst/>
          </a:prstGeom>
          <a:noFill/>
        </p:spPr>
        <p:txBody>
          <a:bodyPr wrap="square">
            <a:spAutoFit/>
          </a:bodyPr>
          <a:lstStyle/>
          <a:p>
            <a:r>
              <a:rPr lang="zh-CN" altLang="en-US" sz="1200" dirty="0"/>
              <a:t>绅士资本有限公司（“绅士资本”）获得香港证券及期货事务监察委员会（“证监会”）颁发的第 </a:t>
            </a:r>
            <a:r>
              <a:rPr lang="en-US" altLang="zh-CN" sz="1200" dirty="0"/>
              <a:t>9 </a:t>
            </a:r>
            <a:r>
              <a:rPr lang="zh-CN" altLang="en-US" sz="1200" dirty="0"/>
              <a:t>类受监管活动（资产管理）（中央编号：</a:t>
            </a:r>
            <a:r>
              <a:rPr lang="en-US" altLang="zh-CN" sz="1200" dirty="0"/>
              <a:t>BIJ793</a:t>
            </a:r>
            <a:r>
              <a:rPr lang="zh-CN" altLang="en-US" sz="1200" dirty="0"/>
              <a:t>）。</a:t>
            </a:r>
            <a:endParaRPr lang="en-US" altLang="zh-CN" sz="1200" dirty="0"/>
          </a:p>
          <a:p>
            <a:endParaRPr lang="zh-CN" altLang="en-US" sz="1200" dirty="0"/>
          </a:p>
          <a:p>
            <a:r>
              <a:rPr lang="zh-CN" altLang="en-US" sz="1200" dirty="0"/>
              <a:t>在代表您行使投资酌情权时，绅士资本可能会不时从经纪商处收取现金回扣，以代表您将交易业务交给经纪商。</a:t>
            </a:r>
          </a:p>
          <a:p>
            <a:endParaRPr lang="en-US" altLang="zh-CN" sz="1200" dirty="0"/>
          </a:p>
          <a:p>
            <a:r>
              <a:rPr lang="zh-CN" altLang="en-US" sz="1200" dirty="0"/>
              <a:t>绅士资本还可能从产品发行人那里获得非金钱利益，例如研究报告、市场分析数据、投资组合分析、培训和研讨会。</a:t>
            </a:r>
          </a:p>
          <a:p>
            <a:endParaRPr lang="en-US" altLang="zh-CN" sz="1200" dirty="0"/>
          </a:p>
          <a:p>
            <a:r>
              <a:rPr lang="zh-CN" altLang="en-US" sz="1200" dirty="0"/>
              <a:t>绅士资本认为本文件的内容基于被认为可靠的信息来源。 投资和任何产生收入的工具的价值可升可跌。 投资涉及风险，包括本金损失。 不保证股息。 我们的预测是基于过去的表现。 过去的表现并不能保证未来的结果。 投资组合可能会遭受损失并获得收益。 未来回报无法保证，可能会出现本金损失。</a:t>
            </a:r>
          </a:p>
          <a:p>
            <a:endParaRPr lang="en-US" altLang="zh-CN" sz="1200" dirty="0"/>
          </a:p>
          <a:p>
            <a:r>
              <a:rPr lang="zh-CN" altLang="en-US" sz="1200" dirty="0"/>
              <a:t>绅士资本相信通讯中的信息和内容的来源是可靠的，但它不能也不做任何明示或暗示的保证，并且不对任何信息或数据的准确性、有效性、及时性、适销性或完整性承担任何责任。 任何特定目的或用途，或信息或数据将没有错误。</a:t>
            </a:r>
          </a:p>
          <a:p>
            <a:r>
              <a:rPr lang="zh-CN" altLang="en-US" sz="1200" dirty="0"/>
              <a:t>绅士资本不对任何人对本文所表达的任何陈述或意见的任何依赖承担任何责任。绅士资本或其任何关联公司、董事、高级职员或雇员均不对任何人因使用此信息而可能遭受的任何性质的任何损失或损害承担任何责任或任何形式的责任。 不得出于任何目的依赖本通讯中包含的信息或意见。</a:t>
            </a:r>
          </a:p>
          <a:p>
            <a:endParaRPr lang="en-US" altLang="zh-CN" sz="1200" dirty="0"/>
          </a:p>
          <a:p>
            <a:r>
              <a:rPr lang="zh-CN" altLang="en-US" sz="1200" dirty="0"/>
              <a:t>本通讯中的内容仅适用于继续符合合格和</a:t>
            </a:r>
            <a:r>
              <a:rPr lang="en-US" altLang="zh-CN" sz="1200" dirty="0"/>
              <a:t>/</a:t>
            </a:r>
            <a:r>
              <a:rPr lang="zh-CN" altLang="en-US" sz="1200" dirty="0"/>
              <a:t>或认可</a:t>
            </a:r>
            <a:r>
              <a:rPr lang="en-US" altLang="zh-CN" sz="1200" dirty="0"/>
              <a:t>/</a:t>
            </a:r>
            <a:r>
              <a:rPr lang="zh-CN" altLang="en-US" sz="1200" dirty="0"/>
              <a:t>专业投资者定义的绅士资本的实际客户。</a:t>
            </a:r>
          </a:p>
          <a:p>
            <a:endParaRPr lang="en-US" altLang="zh-CN" sz="1200" dirty="0"/>
          </a:p>
          <a:p>
            <a:r>
              <a:rPr lang="zh-CN" altLang="en-US" sz="1200" dirty="0"/>
              <a:t>本通讯的内容是严格保密的，仅供背景和信息之用。绅士资本未经审核内容的真实性、事实准确性或完整性。 内容并不声称是完全或完整的。</a:t>
            </a:r>
          </a:p>
          <a:p>
            <a:endParaRPr lang="en-US" altLang="zh-CN" sz="1200" dirty="0"/>
          </a:p>
          <a:p>
            <a:r>
              <a:rPr lang="zh-CN" altLang="en-US" sz="1200" dirty="0"/>
              <a:t>未经绅士资本事先书面许可，不得以任何方式抄襲、复制、披露或出版本通讯的任何部分。</a:t>
            </a:r>
          </a:p>
          <a:p>
            <a:endParaRPr lang="en-US" altLang="zh-CN" sz="1200" dirty="0"/>
          </a:p>
          <a:p>
            <a:r>
              <a:rPr lang="zh-CN" altLang="en-US" sz="1200" dirty="0"/>
              <a:t>本通讯不构成任何发行或出售的要约，或任何认购或购买任何股份或任何其他利益的要约的招揽，也不构成任何司法管辖区或任何人的任何要约，也不构成任何要约的一部分，也不构成其发行或出售的任何要约的一部分，也不构成任何合同或承诺的基础或与之相关的依赖。</a:t>
            </a:r>
          </a:p>
          <a:p>
            <a:endParaRPr lang="zh-CN" altLang="en-US" dirty="0"/>
          </a:p>
        </p:txBody>
      </p:sp>
    </p:spTree>
    <p:extLst>
      <p:ext uri="{BB962C8B-B14F-4D97-AF65-F5344CB8AC3E}">
        <p14:creationId xmlns:p14="http://schemas.microsoft.com/office/powerpoint/2010/main" val="3209105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en-US" altLang="zh-CN" dirty="0"/>
              <a:t>Disclaimer</a:t>
            </a:r>
            <a:endParaRPr lang="zh-CN" altLang="en-US" dirty="0"/>
          </a:p>
        </p:txBody>
      </p:sp>
      <p:sp>
        <p:nvSpPr>
          <p:cNvPr id="4" name="Text Box 1032">
            <a:extLst>
              <a:ext uri="{FF2B5EF4-FFF2-40B4-BE49-F238E27FC236}">
                <a16:creationId xmlns:a16="http://schemas.microsoft.com/office/drawing/2014/main" id="{4DC88C12-63EB-F401-1C12-B0B04B73E2A1}"/>
              </a:ext>
            </a:extLst>
          </p:cNvPr>
          <p:cNvSpPr txBox="1">
            <a:spLocks noChangeArrowheads="1"/>
          </p:cNvSpPr>
          <p:nvPr/>
        </p:nvSpPr>
        <p:spPr bwMode="auto">
          <a:xfrm>
            <a:off x="381574" y="1053767"/>
            <a:ext cx="8354291" cy="47089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square" lIns="0" tIns="0" rIns="0" bIns="0">
            <a:spAutoFit/>
          </a:bodyPr>
          <a:lstStyle>
            <a:lvl1pPr>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1pPr>
            <a:lvl2pPr marL="742950" indent="-28575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2pPr>
            <a:lvl3pPr marL="11430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3pPr>
            <a:lvl4pPr marL="16002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4pPr>
            <a:lvl5pPr marL="20574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5pPr>
            <a:lvl6pPr marL="25146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6pPr>
            <a:lvl7pPr marL="29718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7pPr>
            <a:lvl8pPr marL="34290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8pPr>
            <a:lvl9pPr marL="38862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9pPr>
          </a:lstStyle>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Limited ("Gentleman Capital") is licensed for Type 9 Regulated Activities (Asset Management) by the Securities and Futures Commission (“SFC”) of Hong Kong (Central Entity No. BIJ793).</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When acting for you in the exercise of investment discretion, we may, from time to time, receive cash rebates from a broker in consideration of directing transaction business on behalf of you to the broker.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We may also receive non-monetary benefits, such as research report, market analysis data, portfolio analysis, training and seminars from the product issuer.</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that the contents of this document are based on sources of information believed to be reliable. The value of investments and any income generated instruments may go down as well as up. Investing involves risk, including loss of principal. Dividends are not guaranteed. Our projection is based on past performance.  Past performance does not guarantee future results. A portfolio could suffer losses as well as achieve gains. Future returns are not guaranteed and a loss of principal may occur.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the source of the information and content in the communication to be reliable however it cannot and does not guarantee, either expressly or impliedly, and accepts no liability for the accuracy, validity, timeliness, merchantability or completeness of any information or data for any particular purpose or use or that the information or data will be free from error.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does not undertake any responsibility for any reliance which is placed by any person on any statements or opinions which are expressed herein. Neither Gentleman Capital, nor any of its affiliates, directors, officers or employees will be liable or have any responsibility of any kind for any loss or damage of whatever nature that any person may incur resulting from the use of this information. No reliance may be placed for any purpose on the information or opinions contained in this communication.</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in this communication is intended only for actual clients of Gentleman Capital who continue to meet the definition of qualified and or accredited / professional investors.</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of this communication is strictly confidential and for background and information purposes only. The content has not been audited for veracity, factual accuracy or completeness by Gentleman Capital. The content does not purport to be full or complete.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No part of this communication may be copied, reproduced, disclosed or published in any manner whatsoever without the prior written permission of Gentleman Capital.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This communication does not constitute or form part of any offer to issue or sell, or any solicitation of any offer to subscribe or purchase, any shares or any other interests in any jurisdiction or to any person, nor shall it or the fact of its distribution form the basis of, or be relied on in connection with, any contract or commitment whatsoever.</a:t>
            </a:r>
          </a:p>
        </p:txBody>
      </p:sp>
    </p:spTree>
    <p:extLst>
      <p:ext uri="{BB962C8B-B14F-4D97-AF65-F5344CB8AC3E}">
        <p14:creationId xmlns:p14="http://schemas.microsoft.com/office/powerpoint/2010/main" val="392887270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FONT STYLE" val="SANS SERIF"/>
</p:tagLst>
</file>

<file path=ppt/tags/tag2.xml><?xml version="1.0" encoding="utf-8"?>
<p:tagLst xmlns:a="http://schemas.openxmlformats.org/drawingml/2006/main" xmlns:r="http://schemas.openxmlformats.org/officeDocument/2006/relationships" xmlns:p="http://schemas.openxmlformats.org/presentationml/2006/main">
  <p:tag name="TEXT_TYPE" val="CREATE DATE"/>
</p:tagLst>
</file>

<file path=ppt/tags/tag3.xml><?xml version="1.0" encoding="utf-8"?>
<p:tagLst xmlns:a="http://schemas.openxmlformats.org/drawingml/2006/main" xmlns:r="http://schemas.openxmlformats.org/officeDocument/2006/relationships" xmlns:p="http://schemas.openxmlformats.org/presentationml/2006/main">
  <p:tag name="TEXT_TYPE" val="PRESENTATION PRESENTER"/>
  <p:tag name="FONT STYLE" val="SANS SERIF"/>
</p:tagLst>
</file>

<file path=ppt/tags/tag4.xml><?xml version="1.0" encoding="utf-8"?>
<p:tagLst xmlns:a="http://schemas.openxmlformats.org/drawingml/2006/main" xmlns:r="http://schemas.openxmlformats.org/officeDocument/2006/relationships" xmlns:p="http://schemas.openxmlformats.org/presentationml/2006/main">
  <p:tag name="TEXT_TYPE" val="PRESENTATION TITLE"/>
  <p:tag name="FONT STYLE" val="SANS SERIF"/>
</p:tagLst>
</file>

<file path=ppt/tags/tag5.xml><?xml version="1.0" encoding="utf-8"?>
<p:tagLst xmlns:a="http://schemas.openxmlformats.org/drawingml/2006/main" xmlns:r="http://schemas.openxmlformats.org/officeDocument/2006/relationships" xmlns:p="http://schemas.openxmlformats.org/presentationml/2006/main">
  <p:tag name="TEXT_TYPE" val="SECURITY TEXT"/>
  <p:tag name="FONT STYLE" val="SANS SERIF"/>
</p:tagLst>
</file>

<file path=ppt/tags/tag6.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710000000000000E-13"/>
  <p:tag name="LEFT" val="612000000000000E-12"/>
  <p:tag name="HEIGHT" val="260000000000000E-13"/>
  <p:tag name="WIDTH" val="850000000000000E-13"/>
  <p:tag name="TEXT_TYPE" val="DRAFT STAMP"/>
</p:tagLst>
</file>

<file path=ppt/tags/tag7.xml><?xml version="1.0" encoding="utf-8"?>
<p:tagLst xmlns:a="http://schemas.openxmlformats.org/drawingml/2006/main" xmlns:r="http://schemas.openxmlformats.org/officeDocument/2006/relationships" xmlns:p="http://schemas.openxmlformats.org/presentationml/2006/main">
  <p:tag name="TEXT_TYPE" val="DOCUMENT ID"/>
</p:tagLst>
</file>

<file path=ppt/tags/tag8.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9.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0.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1.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2.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3.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4.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5.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6.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7.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18.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19.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0.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21.xml><?xml version="1.0" encoding="utf-8"?>
<p:tagLst xmlns:a="http://schemas.openxmlformats.org/drawingml/2006/main" xmlns:r="http://schemas.openxmlformats.org/officeDocument/2006/relationships" xmlns:p="http://schemas.openxmlformats.org/presentationml/2006/main">
  <p:tag name="TEXT_TYPE" val="DOCUMENT ID"/>
</p:tagLst>
</file>

<file path=ppt/tags/tag22.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23.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4.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25.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6.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7.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28.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9.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30.xml><?xml version="1.0" encoding="utf-8"?>
<p:tagLst xmlns:a="http://schemas.openxmlformats.org/drawingml/2006/main" xmlns:r="http://schemas.openxmlformats.org/officeDocument/2006/relationships" xmlns:p="http://schemas.openxmlformats.org/presentationml/2006/main">
  <p:tag name="TEXT_TYPE" val="DOCUMENT ID"/>
</p:tagLst>
</file>

<file path=ppt/tags/tag31.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3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33.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34.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5.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6.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37.xml><?xml version="1.0" encoding="utf-8"?>
<p:tagLst xmlns:a="http://schemas.openxmlformats.org/drawingml/2006/main" xmlns:r="http://schemas.openxmlformats.org/officeDocument/2006/relationships" xmlns:p="http://schemas.openxmlformats.org/presentationml/2006/main">
  <p:tag name="TEXT_TYPE" val="DOCUMENT ID"/>
</p:tagLst>
</file>

<file path=ppt/tags/tag38.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39.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0.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1.xml><?xml version="1.0" encoding="utf-8"?>
<p:tagLst xmlns:a="http://schemas.openxmlformats.org/drawingml/2006/main" xmlns:r="http://schemas.openxmlformats.org/officeDocument/2006/relationships" xmlns:p="http://schemas.openxmlformats.org/presentationml/2006/main">
  <p:tag name="TEXT_TYPE" val="DOCUMENT ID"/>
</p:tagLst>
</file>

<file path=ppt/tags/tag42.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43.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44.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45.xml><?xml version="1.0" encoding="utf-8"?>
<p:tagLst xmlns:a="http://schemas.openxmlformats.org/drawingml/2006/main" xmlns:r="http://schemas.openxmlformats.org/officeDocument/2006/relationships" xmlns:p="http://schemas.openxmlformats.org/presentationml/2006/main">
  <p:tag name="TEXT_TYPE" val="DOCUMENT ID"/>
</p:tagLst>
</file>

<file path=ppt/tags/tag46.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47.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48.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PresXpress_OnScreen_Theme">
  <a:themeElements>
    <a:clrScheme name="自定义 2">
      <a:dk1>
        <a:srgbClr val="000000"/>
      </a:dk1>
      <a:lt1>
        <a:sysClr val="window" lastClr="FFFFFF"/>
      </a:lt1>
      <a:dk2>
        <a:srgbClr val="FF0000"/>
      </a:dk2>
      <a:lt2>
        <a:srgbClr val="C0504D"/>
      </a:lt2>
      <a:accent1>
        <a:srgbClr val="DEDDD0"/>
      </a:accent1>
      <a:accent2>
        <a:srgbClr val="B4A69A"/>
      </a:accent2>
      <a:accent3>
        <a:srgbClr val="6F7E8D"/>
      </a:accent3>
      <a:accent4>
        <a:srgbClr val="8BAFAE"/>
      </a:accent4>
      <a:accent5>
        <a:srgbClr val="3692CA"/>
      </a:accent5>
      <a:accent6>
        <a:srgbClr val="87796C"/>
      </a:accent6>
      <a:hlink>
        <a:srgbClr val="6F7E8D"/>
      </a:hlink>
      <a:folHlink>
        <a:srgbClr val="7F7F7F"/>
      </a:folHlink>
    </a:clrScheme>
    <a:fontScheme name="品牌字体">
      <a:majorFont>
        <a:latin typeface="华文细黑"/>
        <a:ea typeface="华文细黑"/>
        <a:cs typeface=""/>
      </a:majorFont>
      <a:minorFont>
        <a:latin typeface="华文细黑"/>
        <a:ea typeface="华文细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9050">
          <a:solidFill>
            <a:srgbClr val="7B7D80"/>
          </a:solidFill>
        </a:ln>
      </a:spPr>
      <a:bodyPr rot="0" spcFirstLastPara="0" vertOverflow="overflow" horzOverflow="overflow" vert="horz" wrap="square" lIns="0" tIns="0" rIns="0" bIns="0" numCol="1" spcCol="0" rtlCol="0" fromWordArt="0" anchor="ctr" anchorCtr="0" forceAA="0" compatLnSpc="1">
        <a:noAutofit/>
      </a:bodyPr>
      <a:lstStyle>
        <a:defPPr algn="ctr">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rgbClr val="7B7D8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92AE97613378C047B7482F4CCCC3287B" ma:contentTypeVersion="5" ma:contentTypeDescription="Create a new document." ma:contentTypeScope="" ma:versionID="57f8b5a9b3106cdea734119273707025">
  <xsd:schema xmlns:xsd="http://www.w3.org/2001/XMLSchema" xmlns:xs="http://www.w3.org/2001/XMLSchema" xmlns:p="http://schemas.microsoft.com/office/2006/metadata/properties" xmlns:ns3="68d9c7e1-c81f-4021-8aac-e8cf84e151d6" targetNamespace="http://schemas.microsoft.com/office/2006/metadata/properties" ma:root="true" ma:fieldsID="fe6e24c70c65488e05c2431d3f2d34d3" ns3:_="">
    <xsd:import namespace="68d9c7e1-c81f-4021-8aac-e8cf84e151d6"/>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8d9c7e1-c81f-4021-8aac-e8cf84e151d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E491267-BE00-4DD8-8B4B-1FECB4718B74}">
  <ds:schemaRefs>
    <ds:schemaRef ds:uri="http://schemas.microsoft.com/sharepoint/v3/contenttype/forms"/>
  </ds:schemaRefs>
</ds:datastoreItem>
</file>

<file path=customXml/itemProps2.xml><?xml version="1.0" encoding="utf-8"?>
<ds:datastoreItem xmlns:ds="http://schemas.openxmlformats.org/officeDocument/2006/customXml" ds:itemID="{59DD90BA-395C-43E4-B216-D7CEC5092150}">
  <ds:schemaRefs>
    <ds:schemaRef ds:uri="http://purl.org/dc/terms/"/>
    <ds:schemaRef ds:uri="http://purl.org/dc/elements/1.1/"/>
    <ds:schemaRef ds:uri="http://schemas.openxmlformats.org/package/2006/metadata/core-properties"/>
    <ds:schemaRef ds:uri="http://purl.org/dc/dcmitype/"/>
    <ds:schemaRef ds:uri="http://schemas.microsoft.com/office/2006/documentManagement/types"/>
    <ds:schemaRef ds:uri="http://schemas.microsoft.com/office/2006/metadata/properties"/>
    <ds:schemaRef ds:uri="http://schemas.microsoft.com/office/infopath/2007/PartnerControls"/>
    <ds:schemaRef ds:uri="68d9c7e1-c81f-4021-8aac-e8cf84e151d6"/>
    <ds:schemaRef ds:uri="http://www.w3.org/XML/1998/namespace"/>
  </ds:schemaRefs>
</ds:datastoreItem>
</file>

<file path=customXml/itemProps3.xml><?xml version="1.0" encoding="utf-8"?>
<ds:datastoreItem xmlns:ds="http://schemas.openxmlformats.org/officeDocument/2006/customXml" ds:itemID="{F51C7027-AE5F-4F6D-848F-2CB37C6806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8d9c7e1-c81f-4021-8aac-e8cf84e151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8996</TotalTime>
  <Words>2081</Words>
  <Application>Microsoft Office PowerPoint</Application>
  <PresentationFormat>On-screen Show (4:3)</PresentationFormat>
  <Paragraphs>269</Paragraphs>
  <Slides>12</Slides>
  <Notes>0</Notes>
  <HiddenSlides>0</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1</vt:i4>
      </vt:variant>
      <vt:variant>
        <vt:lpstr>Slide Titles</vt:lpstr>
      </vt:variant>
      <vt:variant>
        <vt:i4>12</vt:i4>
      </vt:variant>
    </vt:vector>
  </HeadingPairs>
  <TitlesOfParts>
    <vt:vector size="24" baseType="lpstr">
      <vt:lpstr>等线</vt:lpstr>
      <vt:lpstr>Frutiger 55 Roman</vt:lpstr>
      <vt:lpstr>微软雅黑</vt:lpstr>
      <vt:lpstr>黑体</vt:lpstr>
      <vt:lpstr>华文细黑</vt:lpstr>
      <vt:lpstr>Arial</vt:lpstr>
      <vt:lpstr>Calibri</vt:lpstr>
      <vt:lpstr>Roboto</vt:lpstr>
      <vt:lpstr>Symbol</vt:lpstr>
      <vt:lpstr>Wingdings</vt:lpstr>
      <vt:lpstr>PresXpress_OnScreen_Theme</vt:lpstr>
      <vt:lpstr>think-cell Slide</vt:lpstr>
      <vt:lpstr>环球市场投资观点</vt:lpstr>
      <vt:lpstr>环球市场投资观点</vt:lpstr>
      <vt:lpstr>中港股市：恒生指数突破26000点</vt:lpstr>
      <vt:lpstr>美股：关注科技板块</vt:lpstr>
      <vt:lpstr>美元债：估值昂贵</vt:lpstr>
      <vt:lpstr>黄金：中长期看好</vt:lpstr>
      <vt:lpstr>个股精选</vt:lpstr>
      <vt:lpstr>个股观点更新</vt:lpstr>
      <vt:lpstr>个债精选</vt:lpstr>
      <vt:lpstr>联系我们</vt:lpstr>
      <vt:lpstr>免责声明</vt:lpstr>
      <vt:lpstr>Disclaimer</vt:lpstr>
    </vt:vector>
  </TitlesOfParts>
  <Company>DoubleOX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snow7</dc:creator>
  <cp:lastModifiedBy>Megan Ren</cp:lastModifiedBy>
  <cp:revision>357</cp:revision>
  <cp:lastPrinted>2025-08-29T08:29:01Z</cp:lastPrinted>
  <dcterms:created xsi:type="dcterms:W3CDTF">2018-11-09T15:55:20Z</dcterms:created>
  <dcterms:modified xsi:type="dcterms:W3CDTF">2026-01-20T09:19:50Z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0x01010092AE97613378C047B7482F4CCCC3287B</vt:lpwstr>
  </property>
</Properties>
</file>