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07" d="100"/>
          <a:sy n="107" d="100"/>
        </p:scale>
        <p:origin x="2010" y="102"/>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2026/1/16</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2026/1/16</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4"/>
            <a:ext cx="7626083" cy="821296"/>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15" name="文本占位符 14">
            <a:extLst>
              <a:ext uri="{FF2B5EF4-FFF2-40B4-BE49-F238E27FC236}">
                <a16:creationId xmlns:a16="http://schemas.microsoft.com/office/drawing/2014/main" id="{A40C76A3-68DA-E989-39AD-AAC284C71E49}"/>
              </a:ext>
            </a:extLst>
          </p:cNvPr>
          <p:cNvSpPr>
            <a:spLocks noGrp="1"/>
          </p:cNvSpPr>
          <p:nvPr>
            <p:ph type="body" sz="quarter" idx="15"/>
          </p:nvPr>
        </p:nvSpPr>
        <p:spPr>
          <a:xfrm>
            <a:off x="381000" y="1066800"/>
            <a:ext cx="4057650" cy="881063"/>
          </a:xfrm>
        </p:spPr>
        <p:txBody>
          <a:bodyPr/>
          <a:lstStyle>
            <a:lvl1pPr marL="0" indent="0" algn="just">
              <a:lnSpc>
                <a:spcPct val="150000"/>
              </a:lnSpc>
              <a:spcBef>
                <a:spcPts val="0"/>
              </a:spcBef>
              <a:buNone/>
              <a:defRPr sz="1400" u="none"/>
            </a:lvl1pPr>
          </a:lstStyle>
          <a:p>
            <a:pPr lvl="0"/>
            <a:endParaRPr kumimoji="1" lang="en-US" altLang="zh-CN" u="sng"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584333E1-0FD1-B728-9807-66C73260FC6C}"/>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3" name="文本框 2">
            <a:extLst>
              <a:ext uri="{FF2B5EF4-FFF2-40B4-BE49-F238E27FC236}">
                <a16:creationId xmlns:a16="http://schemas.microsoft.com/office/drawing/2014/main" id="{3E6404D6-BD77-3F33-ED63-90CDFCA42D7A}"/>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4252842777"/>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0"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2.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3.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8972</TotalTime>
  <Words>2080</Words>
  <Application>Microsoft Office PowerPoint</Application>
  <PresentationFormat>On-screen Show (4:3)</PresentationFormat>
  <Paragraphs>268</Paragraphs>
  <Slides>12</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4" baseType="lpstr">
      <vt:lpstr>等线</vt:lpstr>
      <vt:lpstr>Frutiger 55 Roman</vt:lpstr>
      <vt:lpstr>微软雅黑</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352</cp:revision>
  <cp:lastPrinted>2025-08-29T08:29:01Z</cp:lastPrinted>
  <dcterms:created xsi:type="dcterms:W3CDTF">2018-11-09T15:55:20Z</dcterms:created>
  <dcterms:modified xsi:type="dcterms:W3CDTF">2026-01-16T09:41:54Z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