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92" autoAdjust="0"/>
    <p:restoredTop sz="94660"/>
  </p:normalViewPr>
  <p:slideViewPr>
    <p:cSldViewPr snapToGrid="0">
      <p:cViewPr varScale="1">
        <p:scale>
          <a:sx n="55" d="100"/>
          <a:sy n="55" d="100"/>
        </p:scale>
        <p:origin x="200" y="1600"/>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2026/1/17</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2026/1/17</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15" name="文本占位符 14">
            <a:extLst>
              <a:ext uri="{FF2B5EF4-FFF2-40B4-BE49-F238E27FC236}">
                <a16:creationId xmlns:a16="http://schemas.microsoft.com/office/drawing/2014/main" id="{A40C76A3-68DA-E989-39AD-AAC284C71E49}"/>
              </a:ext>
            </a:extLst>
          </p:cNvPr>
          <p:cNvSpPr>
            <a:spLocks noGrp="1"/>
          </p:cNvSpPr>
          <p:nvPr>
            <p:ph type="body" sz="quarter" idx="15"/>
          </p:nvPr>
        </p:nvSpPr>
        <p:spPr>
          <a:xfrm>
            <a:off x="381000" y="1066800"/>
            <a:ext cx="4057650" cy="881063"/>
          </a:xfrm>
        </p:spPr>
        <p:txBody>
          <a:bodyPr/>
          <a:lstStyle>
            <a:lvl1pPr marL="0" indent="0" algn="just">
              <a:lnSpc>
                <a:spcPct val="150000"/>
              </a:lnSpc>
              <a:spcBef>
                <a:spcPts val="0"/>
              </a:spcBef>
              <a:buNone/>
              <a:defRPr sz="1400" u="none"/>
            </a:lvl1pPr>
          </a:lstStyle>
          <a:p>
            <a:pPr lvl="0"/>
            <a:endParaRPr kumimoji="1" lang="en-US" altLang="zh-CN" u="sng"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363181"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a:solidFill>
            <a:schemeClr val="bg1"/>
          </a:solidFill>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a:t>
            </a:r>
            <a:r>
              <a:rPr lang="zh-CN" altLang="en-US" sz="4400" b="1" dirty="0">
                <a:ln w="19050">
                  <a:noFill/>
                </a:ln>
                <a:solidFill>
                  <a:srgbClr val="002060"/>
                </a:solidFill>
                <a:latin typeface="微软雅黑" panose="020B0503020204020204" pitchFamily="34" charset="-122"/>
                <a:ea typeface="微软雅黑" panose="020B0503020204020204" pitchFamily="34" charset="-122"/>
                <a:cs typeface="+mn-cs"/>
              </a:rPr>
              <a:t>观点</a:t>
            </a:r>
            <a:endParaRPr lang="zh-CN" altLang="en-US" sz="4400" b="1" dirty="0">
              <a:ln w="19050">
                <a:noFill/>
              </a:ln>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2755622167"/>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8996</TotalTime>
  <Words>2044</Words>
  <Application>Microsoft Macintosh PowerPoint</Application>
  <PresentationFormat>全屏显示(4:3)</PresentationFormat>
  <Paragraphs>268</Paragraphs>
  <Slides>12</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12</vt:i4>
      </vt:variant>
    </vt:vector>
  </HeadingPairs>
  <TitlesOfParts>
    <vt:vector size="24" baseType="lpstr">
      <vt:lpstr>等线</vt:lpstr>
      <vt:lpstr>黑体</vt:lpstr>
      <vt:lpstr>华文细黑</vt:lpstr>
      <vt:lpstr>微软雅黑</vt:lpstr>
      <vt:lpstr>Frutiger 55 Roman</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艳蓉</cp:lastModifiedBy>
  <cp:revision>355</cp:revision>
  <cp:lastPrinted>2025-08-29T08:29:01Z</cp:lastPrinted>
  <dcterms:created xsi:type="dcterms:W3CDTF">2018-11-09T15:55:20Z</dcterms:created>
  <dcterms:modified xsi:type="dcterms:W3CDTF">2026-01-17T08:39:31Z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