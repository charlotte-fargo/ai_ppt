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290" autoAdjust="0"/>
    <p:restoredTop sz="94660"/>
  </p:normalViewPr>
  <p:slideViewPr>
    <p:cSldViewPr snapToGrid="0">
      <p:cViewPr varScale="1">
        <p:scale>
          <a:sx n="111" d="100"/>
          <a:sy n="111" d="100"/>
        </p:scale>
        <p:origin x="1632" y="96"/>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2026/1/20</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2026/1/20</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2.xml.rels><?xml version="1.0" encoding="UTF-8" standalone="yes"?>
<Relationships xmlns="http://schemas.openxmlformats.org/package/2006/relationships"><Relationship Id="rId3" Type="http://schemas.openxmlformats.org/officeDocument/2006/relationships/tags" Target="../tags/tag4.xml"/><Relationship Id="rId7" Type="http://schemas.openxmlformats.org/officeDocument/2006/relationships/image" Target="../media/image1.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slideMaster" Target="../slideMasters/slideMaster1.xml"/><Relationship Id="rId5" Type="http://schemas.openxmlformats.org/officeDocument/2006/relationships/tags" Target="../tags/tag6.xml"/><Relationship Id="rId4" Type="http://schemas.openxmlformats.org/officeDocument/2006/relationships/tags" Target="../tags/tag5.xml"/></Relationships>
</file>

<file path=ppt/slideLayouts/_rels/slideLayout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8.xml"/><Relationship Id="rId1" Type="http://schemas.openxmlformats.org/officeDocument/2006/relationships/tags" Target="../tags/tag7.xml"/><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2.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6.xml"/></Relationships>
</file>

<file path=ppt/slideLayouts/_rels/slideLayout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tags" Target="../tags/tag19.xml"/><Relationship Id="rId7" Type="http://schemas.openxmlformats.org/officeDocument/2006/relationships/slideMaster" Target="../slideMasters/slideMaster1.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0.xml"/><Relationship Id="rId3" Type="http://schemas.openxmlformats.org/officeDocument/2006/relationships/tags" Target="../tags/tag25.xml"/><Relationship Id="rId7" Type="http://schemas.openxmlformats.org/officeDocument/2006/relationships/tags" Target="../tags/tag29.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tags" Target="../tags/tag28.xml"/><Relationship Id="rId11" Type="http://schemas.openxmlformats.org/officeDocument/2006/relationships/image" Target="../media/image1.png"/><Relationship Id="rId5" Type="http://schemas.openxmlformats.org/officeDocument/2006/relationships/tags" Target="../tags/tag27.xml"/><Relationship Id="rId10" Type="http://schemas.openxmlformats.org/officeDocument/2006/relationships/slideMaster" Target="../slideMasters/slideMaster1.xml"/><Relationship Id="rId4" Type="http://schemas.openxmlformats.org/officeDocument/2006/relationships/tags" Target="../tags/tag26.xml"/><Relationship Id="rId9" Type="http://schemas.openxmlformats.org/officeDocument/2006/relationships/tags" Target="../tags/tag31.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39.xml"/><Relationship Id="rId3" Type="http://schemas.openxmlformats.org/officeDocument/2006/relationships/tags" Target="../tags/tag34.xml"/><Relationship Id="rId7" Type="http://schemas.openxmlformats.org/officeDocument/2006/relationships/tags" Target="../tags/tag38.xml"/><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tags" Target="../tags/tag37.xml"/><Relationship Id="rId11" Type="http://schemas.openxmlformats.org/officeDocument/2006/relationships/image" Target="../media/image1.png"/><Relationship Id="rId5" Type="http://schemas.openxmlformats.org/officeDocument/2006/relationships/tags" Target="../tags/tag36.xml"/><Relationship Id="rId10" Type="http://schemas.openxmlformats.org/officeDocument/2006/relationships/slideMaster" Target="../slideMasters/slideMaster1.xml"/><Relationship Id="rId4" Type="http://schemas.openxmlformats.org/officeDocument/2006/relationships/tags" Target="../tags/tag35.xml"/><Relationship Id="rId9" Type="http://schemas.openxmlformats.org/officeDocument/2006/relationships/tags" Target="../tags/tag40.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tags" Target="../tags/tag41.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4.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47.xml"/><Relationship Id="rId2" Type="http://schemas.openxmlformats.org/officeDocument/2006/relationships/tags" Target="../tags/tag46.xml"/><Relationship Id="rId1" Type="http://schemas.openxmlformats.org/officeDocument/2006/relationships/tags" Target="../tags/tag45.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8.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pic>
        <p:nvPicPr>
          <p:cNvPr id="9" name="图片 8">
            <a:extLst>
              <a:ext uri="{FF2B5EF4-FFF2-40B4-BE49-F238E27FC236}">
                <a16:creationId xmlns:a16="http://schemas.microsoft.com/office/drawing/2014/main" id="{B5404DFB-FCFD-4B58-B132-CD0B4A79746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74565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41B8459E-ACFB-4F5E-88E7-9106B5B87EF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82386" y="365592"/>
            <a:ext cx="1089026" cy="325652"/>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58257" y="2124122"/>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46641" y="2867947"/>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36382" y="2879421"/>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46641" y="3720161"/>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25245" y="3704323"/>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36380" y="4591428"/>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48433" y="2119138"/>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2" name="图片 11">
            <a:extLst>
              <a:ext uri="{FF2B5EF4-FFF2-40B4-BE49-F238E27FC236}">
                <a16:creationId xmlns:a16="http://schemas.microsoft.com/office/drawing/2014/main" id="{2CE96D72-E00A-4958-9743-AB747035BC66}"/>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F115B0EE-7AD8-4436-8D83-79D95C7C40B0}"/>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文本框 4">
            <a:extLst>
              <a:ext uri="{FF2B5EF4-FFF2-40B4-BE49-F238E27FC236}">
                <a16:creationId xmlns:a16="http://schemas.microsoft.com/office/drawing/2014/main" id="{67D795A6-94EF-E1C2-C14A-7C1FFC0BB025}"/>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C1F4BB96-DF46-470B-94FA-1BC2E69041BC}"/>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363181"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49.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0.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1.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52.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82386" y="2508978"/>
            <a:ext cx="7456516" cy="856211"/>
          </a:xfrm>
          <a:solidFill>
            <a:schemeClr val="bg1"/>
          </a:solidFill>
        </p:spPr>
        <p:txBody>
          <a:bodyPr/>
          <a:lstStyle/>
          <a:p>
            <a:r>
              <a:rPr lang="zh-CN" altLang="en-US" sz="4400" b="1" dirty="0">
                <a:solidFill>
                  <a:srgbClr val="002060"/>
                </a:solidFill>
                <a:latin typeface="Microsoft YaHei" panose="020B0503020204020204" pitchFamily="34" charset="-122"/>
                <a:ea typeface="Microsoft YaHei" panose="020B0503020204020204" pitchFamily="34" charset="-122"/>
                <a:cs typeface="+mn-cs"/>
              </a:rPr>
              <a:t>环球市场投资</a:t>
            </a:r>
            <a:r>
              <a:rPr lang="zh-CN" altLang="en-US" sz="4400" b="1" dirty="0">
                <a:ln w="19050">
                  <a:noFill/>
                </a:ln>
                <a:solidFill>
                  <a:srgbClr val="002060"/>
                </a:solidFill>
                <a:latin typeface="Microsoft YaHei" panose="020B0503020204020204" pitchFamily="34" charset="-122"/>
                <a:ea typeface="Microsoft YaHei" panose="020B0503020204020204" pitchFamily="34" charset="-122"/>
                <a:cs typeface="+mn-cs"/>
              </a:rPr>
              <a:t>观点</a:t>
            </a: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zh-CN" altLang="en-US" b="1" dirty="0">
                <a:solidFill>
                  <a:srgbClr val="002060"/>
                </a:solidFill>
              </a:rPr>
              <a:t>环球市场投资观点</a:t>
            </a:r>
          </a:p>
        </p:txBody>
      </p:sp>
      <p:graphicFrame>
        <p:nvGraphicFramePr>
          <p:cNvPr id="3" name="Table 2">
            <a:extLst>
              <a:ext uri="{FF2B5EF4-FFF2-40B4-BE49-F238E27FC236}">
                <a16:creationId xmlns:a16="http://schemas.microsoft.com/office/drawing/2014/main" id="{14835422-C493-5DEE-A55E-522738E9278F}"/>
              </a:ext>
            </a:extLst>
          </p:cNvPr>
          <p:cNvGraphicFramePr>
            <a:graphicFrameLocks noGrp="1"/>
          </p:cNvGraphicFramePr>
          <p:nvPr>
            <p:extLst>
              <p:ext uri="{D42A27DB-BD31-4B8C-83A1-F6EECF244321}">
                <p14:modId xmlns:p14="http://schemas.microsoft.com/office/powerpoint/2010/main" val="2603368423"/>
              </p:ext>
            </p:extLst>
          </p:nvPr>
        </p:nvGraphicFramePr>
        <p:xfrm>
          <a:off x="382385" y="1281953"/>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080218366"/>
                    </a:ext>
                  </a:extLst>
                </a:gridCol>
                <a:gridCol w="1397409">
                  <a:extLst>
                    <a:ext uri="{9D8B030D-6E8A-4147-A177-3AD203B41FA5}">
                      <a16:colId xmlns:a16="http://schemas.microsoft.com/office/drawing/2014/main" val="923785576"/>
                    </a:ext>
                  </a:extLst>
                </a:gridCol>
                <a:gridCol w="5800752">
                  <a:extLst>
                    <a:ext uri="{9D8B030D-6E8A-4147-A177-3AD203B41FA5}">
                      <a16:colId xmlns:a16="http://schemas.microsoft.com/office/drawing/2014/main" val="1717636345"/>
                    </a:ext>
                  </a:extLst>
                </a:gridCol>
              </a:tblGrid>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资产类别</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市场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投资逻辑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extLst>
                  <a:ext uri="{0D108BD9-81ED-4DB2-BD59-A6C34878D82A}">
                    <a16:rowId xmlns:a16="http://schemas.microsoft.com/office/drawing/2014/main" val="25107868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权益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1"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71491283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108519116"/>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807264253"/>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580473531"/>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固定收益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109202722"/>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另类投资</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873578832"/>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253289176"/>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CREATE DATE"/>
</p:tagLst>
</file>

<file path=ppt/tags/tag3.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9.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0.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3.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7.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18.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1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0.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6.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8.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9.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0.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6.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9.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3.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4.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7.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8.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customXml/itemProps3.xml><?xml version="1.0" encoding="utf-8"?>
<ds:datastoreItem xmlns:ds="http://schemas.openxmlformats.org/officeDocument/2006/customXml" ds:itemID="{4E491267-BE00-4DD8-8B4B-1FECB4718B7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8996</TotalTime>
  <Words>2081</Words>
  <Application>Microsoft Office PowerPoint</Application>
  <PresentationFormat>On-screen Show (4:3)</PresentationFormat>
  <Paragraphs>269</Paragraphs>
  <Slides>12</Slides>
  <Notes>0</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24" baseType="lpstr">
      <vt:lpstr>等线</vt:lpstr>
      <vt:lpstr>Frutiger 55 Roman</vt:lpstr>
      <vt:lpstr>微软雅黑</vt:lpstr>
      <vt:lpstr>微软雅黑</vt:lpstr>
      <vt:lpstr>华文细黑</vt:lpstr>
      <vt:lpstr>Arial</vt:lpstr>
      <vt:lpstr>Calibri</vt:lpstr>
      <vt:lpstr>Roboto</vt:lpstr>
      <vt:lpstr>Symbol</vt:lpstr>
      <vt:lpstr>Wingdings</vt:lpstr>
      <vt:lpstr>PresXpress_OnScreen_Theme</vt:lpstr>
      <vt:lpstr>think-cell Slide</vt:lpstr>
      <vt:lpstr>环球市场投资观点</vt:lpstr>
      <vt:lpstr>环球市场投资观点</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Megan Ren</cp:lastModifiedBy>
  <cp:revision>358</cp:revision>
  <cp:lastPrinted>2025-08-29T08:29:01Z</cp:lastPrinted>
  <dcterms:created xsi:type="dcterms:W3CDTF">2018-11-09T15:55:20Z</dcterms:created>
  <dcterms:modified xsi:type="dcterms:W3CDTF">2026-01-20T10:11:16Z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